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38404800" cy="384048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AEFF7"/>
          </a:solidFill>
        </a:fill>
      </a:tcStyle>
    </a:wholeTbl>
    <a:band1H>
      <a:tcStyle>
        <a:tcBdr/>
        <a:fill>
          <a:solidFill>
            <a:srgbClr val="D2DEEF"/>
          </a:solidFill>
        </a:fill>
      </a:tcStyle>
    </a:band1H>
    <a:band2H>
      <a:tcStyle>
        <a:tcBdr/>
      </a:tcStyle>
    </a:band2H>
    <a:band1V>
      <a:tcStyle>
        <a:tcBdr/>
        <a:fill>
          <a:solidFill>
            <a:srgbClr val="D2DEEF"/>
          </a:solidFill>
        </a:fill>
      </a:tcStyle>
    </a:band1V>
    <a:band2V>
      <a:tcStyle>
        <a:tcBdr/>
      </a:tcStyle>
    </a:band2V>
    <a:lastCol>
      <a:tcTxStyle b="on">
        <a:font>
          <a:latin typeface="+mn-lt"/>
          <a:ea typeface="+mn-ea"/>
          <a:cs typeface="+mn-cs"/>
        </a:font>
        <a:srgbClr val="FFFFFF"/>
      </a:tcTxStyle>
      <a:tcStyle>
        <a:tcBdr/>
        <a:fill>
          <a:solidFill>
            <a:srgbClr val="5B9BD5"/>
          </a:solidFill>
        </a:fill>
      </a:tcStyle>
    </a:lastCol>
    <a:firstCol>
      <a:tcTxStyle b="on">
        <a:font>
          <a:latin typeface="+mn-lt"/>
          <a:ea typeface="+mn-ea"/>
          <a:cs typeface="+mn-cs"/>
        </a:font>
        <a:srgbClr val="FFFFFF"/>
      </a:tcTxStyle>
      <a:tcStyle>
        <a:tcBdr/>
        <a:fill>
          <a:solidFill>
            <a:srgbClr val="5B9BD5"/>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5B9BD5"/>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5B9B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 d="100"/>
          <a:sy n="15" d="100"/>
        </p:scale>
        <p:origin x="1824" y="8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0EE918-E365-A2AC-ED22-081781DB57A6}"/>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368686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endParaRPr lang="en-US"/>
          </a:p>
        </p:txBody>
      </p:sp>
      <p:sp>
        <p:nvSpPr>
          <p:cNvPr id="3" name="Date Placeholder 2">
            <a:extLst>
              <a:ext uri="{FF2B5EF4-FFF2-40B4-BE49-F238E27FC236}">
                <a16:creationId xmlns:a16="http://schemas.microsoft.com/office/drawing/2014/main" id="{BC64039E-AD57-8FA0-C22D-9DF27F783872}"/>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368686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fld id="{42627E39-48B6-435E-90A9-5D7243B1FAD0}" type="datetime1">
              <a:rPr lang="en-US"/>
              <a:pPr lvl="0"/>
              <a:t>4/2/2026</a:t>
            </a:fld>
            <a:endParaRPr lang="en-US"/>
          </a:p>
        </p:txBody>
      </p:sp>
      <p:sp>
        <p:nvSpPr>
          <p:cNvPr id="4" name="Slide Image Placeholder 3">
            <a:extLst>
              <a:ext uri="{FF2B5EF4-FFF2-40B4-BE49-F238E27FC236}">
                <a16:creationId xmlns:a16="http://schemas.microsoft.com/office/drawing/2014/main" id="{53730D21-5505-A6D4-35DB-80A71AE240DC}"/>
              </a:ext>
            </a:extLst>
          </p:cNvPr>
          <p:cNvSpPr>
            <a:spLocks noGrp="1" noRot="1" noChangeAspect="1"/>
          </p:cNvSpPr>
          <p:nvPr>
            <p:ph type="sldImg" idx="2"/>
          </p:nvPr>
        </p:nvSpPr>
        <p:spPr>
          <a:xfrm>
            <a:off x="1885950" y="1143000"/>
            <a:ext cx="3086099" cy="3086099"/>
          </a:xfrm>
          <a:prstGeom prst="rect">
            <a:avLst/>
          </a:prstGeom>
          <a:noFill/>
          <a:ln w="12701">
            <a:solidFill>
              <a:srgbClr val="000000"/>
            </a:solidFill>
            <a:prstDash val="solid"/>
          </a:ln>
        </p:spPr>
      </p:sp>
      <p:sp>
        <p:nvSpPr>
          <p:cNvPr id="5" name="Notes Placeholder 4">
            <a:extLst>
              <a:ext uri="{FF2B5EF4-FFF2-40B4-BE49-F238E27FC236}">
                <a16:creationId xmlns:a16="http://schemas.microsoft.com/office/drawing/2014/main" id="{6A692859-3369-6B01-F684-EDFE7E40DAE4}"/>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5272523-D15C-2005-11DC-0276D4E7BABC}"/>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368686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endParaRPr lang="en-US"/>
          </a:p>
        </p:txBody>
      </p:sp>
      <p:sp>
        <p:nvSpPr>
          <p:cNvPr id="7" name="Slide Number Placeholder 6">
            <a:extLst>
              <a:ext uri="{FF2B5EF4-FFF2-40B4-BE49-F238E27FC236}">
                <a16:creationId xmlns:a16="http://schemas.microsoft.com/office/drawing/2014/main" id="{7BAEF208-FE71-C8FA-41C8-D9C9DA438E94}"/>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368686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fld id="{28C3CBDB-4F68-4A55-9F1F-9E93959D37AD}" type="slidenum">
              <a:t>‹#›</a:t>
            </a:fld>
            <a:endParaRPr lang="en-US"/>
          </a:p>
        </p:txBody>
      </p:sp>
    </p:spTree>
    <p:extLst>
      <p:ext uri="{BB962C8B-B14F-4D97-AF65-F5344CB8AC3E}">
        <p14:creationId xmlns:p14="http://schemas.microsoft.com/office/powerpoint/2010/main" val="3893784419"/>
      </p:ext>
    </p:extLst>
  </p:cSld>
  <p:clrMap bg1="lt1" tx1="dk1" bg2="lt2" tx2="dk2" accent1="accent1" accent2="accent2" accent3="accent3" accent4="accent4" accent5="accent5" accent6="accent6" hlink="hlink" folHlink="folHlink"/>
  <p:notesStyle>
    <a:lvl1pPr marL="0" marR="0" lvl="0" indent="0" algn="l" defTabSz="3686860" rtl="0" fontAlgn="auto" hangingPunct="1">
      <a:lnSpc>
        <a:spcPct val="100000"/>
      </a:lnSpc>
      <a:spcBef>
        <a:spcPts val="0"/>
      </a:spcBef>
      <a:spcAft>
        <a:spcPts val="0"/>
      </a:spcAft>
      <a:buNone/>
      <a:tabLst/>
      <a:defRPr lang="en-US" sz="4838" b="0" i="0" u="none" strike="noStrike" kern="1200" cap="none" spc="0" baseline="0">
        <a:solidFill>
          <a:srgbClr val="000000"/>
        </a:solidFill>
        <a:uFillTx/>
        <a:latin typeface="Calibri"/>
      </a:defRPr>
    </a:lvl1pPr>
    <a:lvl2pPr marL="1843430" marR="0" lvl="1" indent="0" algn="l" defTabSz="3686860" rtl="0" fontAlgn="auto" hangingPunct="1">
      <a:lnSpc>
        <a:spcPct val="100000"/>
      </a:lnSpc>
      <a:spcBef>
        <a:spcPts val="0"/>
      </a:spcBef>
      <a:spcAft>
        <a:spcPts val="0"/>
      </a:spcAft>
      <a:buNone/>
      <a:tabLst/>
      <a:defRPr lang="en-US" sz="4838" b="0" i="0" u="none" strike="noStrike" kern="1200" cap="none" spc="0" baseline="0">
        <a:solidFill>
          <a:srgbClr val="000000"/>
        </a:solidFill>
        <a:uFillTx/>
        <a:latin typeface="Calibri"/>
      </a:defRPr>
    </a:lvl2pPr>
    <a:lvl3pPr marL="3686860" marR="0" lvl="2" indent="0" algn="l" defTabSz="3686860" rtl="0" fontAlgn="auto" hangingPunct="1">
      <a:lnSpc>
        <a:spcPct val="100000"/>
      </a:lnSpc>
      <a:spcBef>
        <a:spcPts val="0"/>
      </a:spcBef>
      <a:spcAft>
        <a:spcPts val="0"/>
      </a:spcAft>
      <a:buNone/>
      <a:tabLst/>
      <a:defRPr lang="en-US" sz="4838" b="0" i="0" u="none" strike="noStrike" kern="1200" cap="none" spc="0" baseline="0">
        <a:solidFill>
          <a:srgbClr val="000000"/>
        </a:solidFill>
        <a:uFillTx/>
        <a:latin typeface="Calibri"/>
      </a:defRPr>
    </a:lvl3pPr>
    <a:lvl4pPr marL="5530291" marR="0" lvl="3" indent="0" algn="l" defTabSz="3686860" rtl="0" fontAlgn="auto" hangingPunct="1">
      <a:lnSpc>
        <a:spcPct val="100000"/>
      </a:lnSpc>
      <a:spcBef>
        <a:spcPts val="0"/>
      </a:spcBef>
      <a:spcAft>
        <a:spcPts val="0"/>
      </a:spcAft>
      <a:buNone/>
      <a:tabLst/>
      <a:defRPr lang="en-US" sz="4838" b="0" i="0" u="none" strike="noStrike" kern="1200" cap="none" spc="0" baseline="0">
        <a:solidFill>
          <a:srgbClr val="000000"/>
        </a:solidFill>
        <a:uFillTx/>
        <a:latin typeface="Calibri"/>
      </a:defRPr>
    </a:lvl4pPr>
    <a:lvl5pPr marL="7373721" marR="0" lvl="4" indent="0" algn="l" defTabSz="3686860" rtl="0" fontAlgn="auto" hangingPunct="1">
      <a:lnSpc>
        <a:spcPct val="100000"/>
      </a:lnSpc>
      <a:spcBef>
        <a:spcPts val="0"/>
      </a:spcBef>
      <a:spcAft>
        <a:spcPts val="0"/>
      </a:spcAft>
      <a:buNone/>
      <a:tabLst/>
      <a:defRPr lang="en-US" sz="4838"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39CF0C-061A-A80C-CC33-16B88B5B04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B9A7D0-E2B8-3B36-56C6-8AA3F57FF101}"/>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9B66BD3F-664E-C088-6F11-756E74CD40B4}"/>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932D8665-0B5A-4DE8-9121-867EF2FBC8FD}" type="slidenum">
              <a:t>1</a:t>
            </a:fld>
            <a:endParaRPr lang="en-US" sz="1200" b="0" i="0" u="none" strike="noStrike" kern="1200" cap="none" spc="0" baseline="0">
              <a:solidFill>
                <a:srgbClr val="000000"/>
              </a:solidFill>
              <a:uFillTx/>
              <a:latin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99C2E-8D29-0686-EBA8-7611B00B3972}"/>
              </a:ext>
            </a:extLst>
          </p:cNvPr>
          <p:cNvSpPr txBox="1">
            <a:spLocks noGrp="1"/>
          </p:cNvSpPr>
          <p:nvPr>
            <p:ph type="ctrTitle"/>
          </p:nvPr>
        </p:nvSpPr>
        <p:spPr>
          <a:xfrm>
            <a:off x="2880360" y="6285228"/>
            <a:ext cx="32644080" cy="13370557"/>
          </a:xfrm>
        </p:spPr>
        <p:txBody>
          <a:bodyPr anchor="b" anchorCtr="1"/>
          <a:lstStyle>
            <a:lvl1pPr algn="ctr">
              <a:defRPr sz="25200"/>
            </a:lvl1pPr>
          </a:lstStyle>
          <a:p>
            <a:pPr lvl="0"/>
            <a:r>
              <a:rPr lang="en-US"/>
              <a:t>Click to edit Master title style</a:t>
            </a:r>
          </a:p>
        </p:txBody>
      </p:sp>
      <p:sp>
        <p:nvSpPr>
          <p:cNvPr id="3" name="Subtitle 2">
            <a:extLst>
              <a:ext uri="{FF2B5EF4-FFF2-40B4-BE49-F238E27FC236}">
                <a16:creationId xmlns:a16="http://schemas.microsoft.com/office/drawing/2014/main" id="{CFDCF884-E6C5-CC58-55F5-1EB5DDCD0325}"/>
              </a:ext>
            </a:extLst>
          </p:cNvPr>
          <p:cNvSpPr txBox="1">
            <a:spLocks noGrp="1"/>
          </p:cNvSpPr>
          <p:nvPr>
            <p:ph type="subTitle" idx="1"/>
          </p:nvPr>
        </p:nvSpPr>
        <p:spPr>
          <a:xfrm>
            <a:off x="4800600" y="20171417"/>
            <a:ext cx="28803600" cy="9272262"/>
          </a:xfrm>
        </p:spPr>
        <p:txBody>
          <a:bodyPr anchorCtr="1"/>
          <a:lstStyle>
            <a:lvl1pPr marL="0" indent="0" algn="ctr">
              <a:buNone/>
              <a:defRPr sz="10080"/>
            </a:lvl1pPr>
          </a:lstStyle>
          <a:p>
            <a:pPr lvl="0"/>
            <a:r>
              <a:rPr lang="en-US"/>
              <a:t>Click to edit Master subtitle style</a:t>
            </a:r>
          </a:p>
        </p:txBody>
      </p:sp>
      <p:sp>
        <p:nvSpPr>
          <p:cNvPr id="4" name="Date Placeholder 3">
            <a:extLst>
              <a:ext uri="{FF2B5EF4-FFF2-40B4-BE49-F238E27FC236}">
                <a16:creationId xmlns:a16="http://schemas.microsoft.com/office/drawing/2014/main" id="{61A1BB1F-BF26-5A1B-0A00-F0904D65AF87}"/>
              </a:ext>
            </a:extLst>
          </p:cNvPr>
          <p:cNvSpPr txBox="1">
            <a:spLocks noGrp="1"/>
          </p:cNvSpPr>
          <p:nvPr>
            <p:ph type="dt" sz="half" idx="7"/>
          </p:nvPr>
        </p:nvSpPr>
        <p:spPr/>
        <p:txBody>
          <a:bodyPr/>
          <a:lstStyle>
            <a:lvl1pPr>
              <a:defRPr/>
            </a:lvl1pPr>
          </a:lstStyle>
          <a:p>
            <a:pPr lvl="0"/>
            <a:fld id="{4B636BFF-95F3-4505-883F-0488FC38DF78}" type="datetime1">
              <a:rPr lang="en-US"/>
              <a:pPr lvl="0"/>
              <a:t>4/2/2026</a:t>
            </a:fld>
            <a:endParaRPr lang="en-US"/>
          </a:p>
        </p:txBody>
      </p:sp>
      <p:sp>
        <p:nvSpPr>
          <p:cNvPr id="5" name="Footer Placeholder 4">
            <a:extLst>
              <a:ext uri="{FF2B5EF4-FFF2-40B4-BE49-F238E27FC236}">
                <a16:creationId xmlns:a16="http://schemas.microsoft.com/office/drawing/2014/main" id="{3B195631-A094-8102-81AB-BD7C207BB474}"/>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7FB4AA71-1F50-AAAB-CB78-3F6411791282}"/>
              </a:ext>
            </a:extLst>
          </p:cNvPr>
          <p:cNvSpPr txBox="1">
            <a:spLocks noGrp="1"/>
          </p:cNvSpPr>
          <p:nvPr>
            <p:ph type="sldNum" sz="quarter" idx="8"/>
          </p:nvPr>
        </p:nvSpPr>
        <p:spPr/>
        <p:txBody>
          <a:bodyPr/>
          <a:lstStyle>
            <a:lvl1pPr>
              <a:defRPr/>
            </a:lvl1pPr>
          </a:lstStyle>
          <a:p>
            <a:pPr lvl="0"/>
            <a:fld id="{B5726D56-372A-4A16-9B3F-910A9E5A840D}" type="slidenum">
              <a:t>‹#›</a:t>
            </a:fld>
            <a:endParaRPr lang="en-US"/>
          </a:p>
        </p:txBody>
      </p:sp>
    </p:spTree>
    <p:extLst>
      <p:ext uri="{BB962C8B-B14F-4D97-AF65-F5344CB8AC3E}">
        <p14:creationId xmlns:p14="http://schemas.microsoft.com/office/powerpoint/2010/main" val="105656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14A7F-97DF-E92D-1940-A55CC2BB915A}"/>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23D4F505-5907-7E98-C19F-BA42E6A54A85}"/>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2EA434-E5CE-74DA-38FB-3469066A661F}"/>
              </a:ext>
            </a:extLst>
          </p:cNvPr>
          <p:cNvSpPr txBox="1">
            <a:spLocks noGrp="1"/>
          </p:cNvSpPr>
          <p:nvPr>
            <p:ph type="dt" sz="half" idx="7"/>
          </p:nvPr>
        </p:nvSpPr>
        <p:spPr/>
        <p:txBody>
          <a:bodyPr/>
          <a:lstStyle>
            <a:lvl1pPr>
              <a:defRPr/>
            </a:lvl1pPr>
          </a:lstStyle>
          <a:p>
            <a:pPr lvl="0"/>
            <a:fld id="{B28919BC-F566-4600-9A1B-CB1D89F8B339}" type="datetime1">
              <a:rPr lang="en-US"/>
              <a:pPr lvl="0"/>
              <a:t>4/2/2026</a:t>
            </a:fld>
            <a:endParaRPr lang="en-US"/>
          </a:p>
        </p:txBody>
      </p:sp>
      <p:sp>
        <p:nvSpPr>
          <p:cNvPr id="5" name="Footer Placeholder 4">
            <a:extLst>
              <a:ext uri="{FF2B5EF4-FFF2-40B4-BE49-F238E27FC236}">
                <a16:creationId xmlns:a16="http://schemas.microsoft.com/office/drawing/2014/main" id="{40398B2D-47D0-1842-6DE9-CD40E7C14599}"/>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47266758-9212-788D-D150-38EFF416F745}"/>
              </a:ext>
            </a:extLst>
          </p:cNvPr>
          <p:cNvSpPr txBox="1">
            <a:spLocks noGrp="1"/>
          </p:cNvSpPr>
          <p:nvPr>
            <p:ph type="sldNum" sz="quarter" idx="8"/>
          </p:nvPr>
        </p:nvSpPr>
        <p:spPr/>
        <p:txBody>
          <a:bodyPr/>
          <a:lstStyle>
            <a:lvl1pPr>
              <a:defRPr/>
            </a:lvl1pPr>
          </a:lstStyle>
          <a:p>
            <a:pPr lvl="0"/>
            <a:fld id="{29A80089-FED7-4284-ABEB-3224AA55334A}" type="slidenum">
              <a:t>‹#›</a:t>
            </a:fld>
            <a:endParaRPr lang="en-US"/>
          </a:p>
        </p:txBody>
      </p:sp>
    </p:spTree>
    <p:extLst>
      <p:ext uri="{BB962C8B-B14F-4D97-AF65-F5344CB8AC3E}">
        <p14:creationId xmlns:p14="http://schemas.microsoft.com/office/powerpoint/2010/main" val="564508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DA400-8DF2-A8E6-9492-4F5218045D7B}"/>
              </a:ext>
            </a:extLst>
          </p:cNvPr>
          <p:cNvSpPr txBox="1">
            <a:spLocks noGrp="1"/>
          </p:cNvSpPr>
          <p:nvPr>
            <p:ph type="title"/>
          </p:nvPr>
        </p:nvSpPr>
        <p:spPr>
          <a:xfrm>
            <a:off x="2620332" y="9574545"/>
            <a:ext cx="33124140" cy="15975326"/>
          </a:xfrm>
        </p:spPr>
        <p:txBody>
          <a:bodyPr anchor="b"/>
          <a:lstStyle>
            <a:lvl1pPr>
              <a:defRPr sz="25200"/>
            </a:lvl1pPr>
          </a:lstStyle>
          <a:p>
            <a:pPr lvl="0"/>
            <a:r>
              <a:rPr lang="en-US"/>
              <a:t>Click to edit Master title style</a:t>
            </a:r>
          </a:p>
        </p:txBody>
      </p:sp>
      <p:sp>
        <p:nvSpPr>
          <p:cNvPr id="3" name="Text Placeholder 2">
            <a:extLst>
              <a:ext uri="{FF2B5EF4-FFF2-40B4-BE49-F238E27FC236}">
                <a16:creationId xmlns:a16="http://schemas.microsoft.com/office/drawing/2014/main" id="{B23B7FCC-B90E-2ABC-2D68-1D147959B852}"/>
              </a:ext>
            </a:extLst>
          </p:cNvPr>
          <p:cNvSpPr txBox="1">
            <a:spLocks noGrp="1"/>
          </p:cNvSpPr>
          <p:nvPr>
            <p:ph type="body" idx="1"/>
          </p:nvPr>
        </p:nvSpPr>
        <p:spPr>
          <a:xfrm>
            <a:off x="2620332" y="25701004"/>
            <a:ext cx="33124140" cy="8401050"/>
          </a:xfrm>
        </p:spPr>
        <p:txBody>
          <a:bodyPr/>
          <a:lstStyle>
            <a:lvl1pPr marL="0" indent="0">
              <a:buNone/>
              <a:defRPr sz="10080"/>
            </a:lvl1pPr>
          </a:lstStyle>
          <a:p>
            <a:pPr lvl="0"/>
            <a:r>
              <a:rPr lang="en-US"/>
              <a:t>Click to edit Master text styles</a:t>
            </a:r>
          </a:p>
        </p:txBody>
      </p:sp>
      <p:sp>
        <p:nvSpPr>
          <p:cNvPr id="4" name="Date Placeholder 3">
            <a:extLst>
              <a:ext uri="{FF2B5EF4-FFF2-40B4-BE49-F238E27FC236}">
                <a16:creationId xmlns:a16="http://schemas.microsoft.com/office/drawing/2014/main" id="{D96E29A2-BF08-5F0E-3D37-F36FD75DEFAC}"/>
              </a:ext>
            </a:extLst>
          </p:cNvPr>
          <p:cNvSpPr txBox="1">
            <a:spLocks noGrp="1"/>
          </p:cNvSpPr>
          <p:nvPr>
            <p:ph type="dt" sz="half" idx="7"/>
          </p:nvPr>
        </p:nvSpPr>
        <p:spPr/>
        <p:txBody>
          <a:bodyPr/>
          <a:lstStyle>
            <a:lvl1pPr>
              <a:defRPr/>
            </a:lvl1pPr>
          </a:lstStyle>
          <a:p>
            <a:pPr lvl="0"/>
            <a:fld id="{6AD6BD98-A996-4C3A-BABA-B73FC41C5CDE}" type="datetime1">
              <a:rPr lang="en-US"/>
              <a:pPr lvl="0"/>
              <a:t>4/2/2026</a:t>
            </a:fld>
            <a:endParaRPr lang="en-US"/>
          </a:p>
        </p:txBody>
      </p:sp>
      <p:sp>
        <p:nvSpPr>
          <p:cNvPr id="5" name="Footer Placeholder 4">
            <a:extLst>
              <a:ext uri="{FF2B5EF4-FFF2-40B4-BE49-F238E27FC236}">
                <a16:creationId xmlns:a16="http://schemas.microsoft.com/office/drawing/2014/main" id="{DD45F408-14CE-9AC5-9F85-D149F69CCCCE}"/>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5EF37AE6-058E-787F-6C5B-C860C2AB251B}"/>
              </a:ext>
            </a:extLst>
          </p:cNvPr>
          <p:cNvSpPr txBox="1">
            <a:spLocks noGrp="1"/>
          </p:cNvSpPr>
          <p:nvPr>
            <p:ph type="sldNum" sz="quarter" idx="8"/>
          </p:nvPr>
        </p:nvSpPr>
        <p:spPr/>
        <p:txBody>
          <a:bodyPr/>
          <a:lstStyle>
            <a:lvl1pPr>
              <a:defRPr/>
            </a:lvl1pPr>
          </a:lstStyle>
          <a:p>
            <a:pPr lvl="0"/>
            <a:fld id="{B726CA5C-650F-405C-882F-5849B223E6E5}" type="slidenum">
              <a:t>‹#›</a:t>
            </a:fld>
            <a:endParaRPr lang="en-US"/>
          </a:p>
        </p:txBody>
      </p:sp>
    </p:spTree>
    <p:extLst>
      <p:ext uri="{BB962C8B-B14F-4D97-AF65-F5344CB8AC3E}">
        <p14:creationId xmlns:p14="http://schemas.microsoft.com/office/powerpoint/2010/main" val="281208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1DFCC-315D-5278-2716-F2566B9FF9E9}"/>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1C66A82D-523E-A8E1-8E62-63DF9D44CC41}"/>
              </a:ext>
            </a:extLst>
          </p:cNvPr>
          <p:cNvSpPr txBox="1">
            <a:spLocks noGrp="1"/>
          </p:cNvSpPr>
          <p:nvPr>
            <p:ph idx="1"/>
          </p:nvPr>
        </p:nvSpPr>
        <p:spPr>
          <a:xfrm>
            <a:off x="2640330" y="10223504"/>
            <a:ext cx="16322040" cy="2436748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AEF891-AB02-2FD7-979E-17B57F8CED99}"/>
              </a:ext>
            </a:extLst>
          </p:cNvPr>
          <p:cNvSpPr txBox="1">
            <a:spLocks noGrp="1"/>
          </p:cNvSpPr>
          <p:nvPr>
            <p:ph idx="2"/>
          </p:nvPr>
        </p:nvSpPr>
        <p:spPr>
          <a:xfrm>
            <a:off x="19442429" y="10223504"/>
            <a:ext cx="16322040" cy="2436748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6EB18B-9C1A-16B1-DB7A-C9C309DD5A28}"/>
              </a:ext>
            </a:extLst>
          </p:cNvPr>
          <p:cNvSpPr txBox="1">
            <a:spLocks noGrp="1"/>
          </p:cNvSpPr>
          <p:nvPr>
            <p:ph type="dt" sz="half" idx="7"/>
          </p:nvPr>
        </p:nvSpPr>
        <p:spPr/>
        <p:txBody>
          <a:bodyPr/>
          <a:lstStyle>
            <a:lvl1pPr>
              <a:defRPr/>
            </a:lvl1pPr>
          </a:lstStyle>
          <a:p>
            <a:pPr lvl="0"/>
            <a:fld id="{C6C4ED09-DA75-4D13-834C-E552B63A917E}" type="datetime1">
              <a:rPr lang="en-US"/>
              <a:pPr lvl="0"/>
              <a:t>4/2/2026</a:t>
            </a:fld>
            <a:endParaRPr lang="en-US"/>
          </a:p>
        </p:txBody>
      </p:sp>
      <p:sp>
        <p:nvSpPr>
          <p:cNvPr id="6" name="Footer Placeholder 5">
            <a:extLst>
              <a:ext uri="{FF2B5EF4-FFF2-40B4-BE49-F238E27FC236}">
                <a16:creationId xmlns:a16="http://schemas.microsoft.com/office/drawing/2014/main" id="{BE604034-3E84-0590-F321-288D6A519FF1}"/>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C7F64421-E7E8-18E7-0039-AF547B2856C8}"/>
              </a:ext>
            </a:extLst>
          </p:cNvPr>
          <p:cNvSpPr txBox="1">
            <a:spLocks noGrp="1"/>
          </p:cNvSpPr>
          <p:nvPr>
            <p:ph type="sldNum" sz="quarter" idx="8"/>
          </p:nvPr>
        </p:nvSpPr>
        <p:spPr/>
        <p:txBody>
          <a:bodyPr/>
          <a:lstStyle>
            <a:lvl1pPr>
              <a:defRPr/>
            </a:lvl1pPr>
          </a:lstStyle>
          <a:p>
            <a:pPr lvl="0"/>
            <a:fld id="{693CAB2F-368B-4759-BF2F-7DFE98557602}" type="slidenum">
              <a:t>‹#›</a:t>
            </a:fld>
            <a:endParaRPr lang="en-US"/>
          </a:p>
        </p:txBody>
      </p:sp>
    </p:spTree>
    <p:extLst>
      <p:ext uri="{BB962C8B-B14F-4D97-AF65-F5344CB8AC3E}">
        <p14:creationId xmlns:p14="http://schemas.microsoft.com/office/powerpoint/2010/main" val="1557532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3750A-DF8A-A091-2498-F1DA63A8F998}"/>
              </a:ext>
            </a:extLst>
          </p:cNvPr>
          <p:cNvSpPr txBox="1">
            <a:spLocks noGrp="1"/>
          </p:cNvSpPr>
          <p:nvPr>
            <p:ph type="title"/>
          </p:nvPr>
        </p:nvSpPr>
        <p:spPr>
          <a:xfrm>
            <a:off x="2645331" y="2044708"/>
            <a:ext cx="33124140" cy="7423154"/>
          </a:xfrm>
        </p:spPr>
        <p:txBody>
          <a:bodyPr/>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61C8CB90-691C-5B1F-51F0-840AD1C1D3F9}"/>
              </a:ext>
            </a:extLst>
          </p:cNvPr>
          <p:cNvSpPr txBox="1">
            <a:spLocks noGrp="1"/>
          </p:cNvSpPr>
          <p:nvPr>
            <p:ph type="body" idx="1"/>
          </p:nvPr>
        </p:nvSpPr>
        <p:spPr>
          <a:xfrm>
            <a:off x="2645331" y="9414516"/>
            <a:ext cx="16247031" cy="4613906"/>
          </a:xfrm>
        </p:spPr>
        <p:txBody>
          <a:bodyPr anchor="b"/>
          <a:lstStyle>
            <a:lvl1pPr marL="0" indent="0">
              <a:buNone/>
              <a:defRPr sz="10080" b="1"/>
            </a:lvl1pPr>
          </a:lstStyle>
          <a:p>
            <a:pPr lvl="0"/>
            <a:r>
              <a:rPr lang="en-US"/>
              <a:t>Click to edit Master text styles</a:t>
            </a:r>
          </a:p>
        </p:txBody>
      </p:sp>
      <p:sp>
        <p:nvSpPr>
          <p:cNvPr id="4" name="Content Placeholder 3">
            <a:extLst>
              <a:ext uri="{FF2B5EF4-FFF2-40B4-BE49-F238E27FC236}">
                <a16:creationId xmlns:a16="http://schemas.microsoft.com/office/drawing/2014/main" id="{78223064-0507-1F88-5093-554B0D9F6DCE}"/>
              </a:ext>
            </a:extLst>
          </p:cNvPr>
          <p:cNvSpPr txBox="1">
            <a:spLocks noGrp="1"/>
          </p:cNvSpPr>
          <p:nvPr>
            <p:ph idx="2"/>
          </p:nvPr>
        </p:nvSpPr>
        <p:spPr>
          <a:xfrm>
            <a:off x="2645331" y="14028423"/>
            <a:ext cx="16247031" cy="2063369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C16651-7740-980A-B7A5-F96A38338B45}"/>
              </a:ext>
            </a:extLst>
          </p:cNvPr>
          <p:cNvSpPr txBox="1">
            <a:spLocks noGrp="1"/>
          </p:cNvSpPr>
          <p:nvPr>
            <p:ph type="body" idx="3"/>
          </p:nvPr>
        </p:nvSpPr>
        <p:spPr>
          <a:xfrm>
            <a:off x="19442429" y="9414516"/>
            <a:ext cx="16327041" cy="4613906"/>
          </a:xfrm>
        </p:spPr>
        <p:txBody>
          <a:bodyPr anchor="b"/>
          <a:lstStyle>
            <a:lvl1pPr marL="0" indent="0">
              <a:buNone/>
              <a:defRPr sz="10080" b="1"/>
            </a:lvl1pPr>
          </a:lstStyle>
          <a:p>
            <a:pPr lvl="0"/>
            <a:r>
              <a:rPr lang="en-US"/>
              <a:t>Click to edit Master text styles</a:t>
            </a:r>
          </a:p>
        </p:txBody>
      </p:sp>
      <p:sp>
        <p:nvSpPr>
          <p:cNvPr id="6" name="Content Placeholder 5">
            <a:extLst>
              <a:ext uri="{FF2B5EF4-FFF2-40B4-BE49-F238E27FC236}">
                <a16:creationId xmlns:a16="http://schemas.microsoft.com/office/drawing/2014/main" id="{D01F9160-FB1E-C325-8436-0A1AA5902CA5}"/>
              </a:ext>
            </a:extLst>
          </p:cNvPr>
          <p:cNvSpPr txBox="1">
            <a:spLocks noGrp="1"/>
          </p:cNvSpPr>
          <p:nvPr>
            <p:ph idx="4"/>
          </p:nvPr>
        </p:nvSpPr>
        <p:spPr>
          <a:xfrm>
            <a:off x="19442429" y="14028423"/>
            <a:ext cx="16327041" cy="2063369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AECDAA-7ACF-0215-2D68-AA6D9987110B}"/>
              </a:ext>
            </a:extLst>
          </p:cNvPr>
          <p:cNvSpPr txBox="1">
            <a:spLocks noGrp="1"/>
          </p:cNvSpPr>
          <p:nvPr>
            <p:ph type="dt" sz="half" idx="7"/>
          </p:nvPr>
        </p:nvSpPr>
        <p:spPr/>
        <p:txBody>
          <a:bodyPr/>
          <a:lstStyle>
            <a:lvl1pPr>
              <a:defRPr/>
            </a:lvl1pPr>
          </a:lstStyle>
          <a:p>
            <a:pPr lvl="0"/>
            <a:fld id="{1A27112B-BB6E-44F8-BD10-D4B9137A6195}" type="datetime1">
              <a:rPr lang="en-US"/>
              <a:pPr lvl="0"/>
              <a:t>4/2/2026</a:t>
            </a:fld>
            <a:endParaRPr lang="en-US"/>
          </a:p>
        </p:txBody>
      </p:sp>
      <p:sp>
        <p:nvSpPr>
          <p:cNvPr id="8" name="Footer Placeholder 7">
            <a:extLst>
              <a:ext uri="{FF2B5EF4-FFF2-40B4-BE49-F238E27FC236}">
                <a16:creationId xmlns:a16="http://schemas.microsoft.com/office/drawing/2014/main" id="{ACE87BAD-9530-B3FE-69AE-CC8F1B70CF29}"/>
              </a:ext>
            </a:extLst>
          </p:cNvPr>
          <p:cNvSpPr txBox="1">
            <a:spLocks noGrp="1"/>
          </p:cNvSpPr>
          <p:nvPr>
            <p:ph type="ftr" sz="quarter" idx="9"/>
          </p:nvPr>
        </p:nvSpPr>
        <p:spPr/>
        <p:txBody>
          <a:bodyPr/>
          <a:lstStyle>
            <a:lvl1pPr>
              <a:defRPr/>
            </a:lvl1pPr>
          </a:lstStyle>
          <a:p>
            <a:pPr lvl="0"/>
            <a:endParaRPr lang="en-US"/>
          </a:p>
        </p:txBody>
      </p:sp>
      <p:sp>
        <p:nvSpPr>
          <p:cNvPr id="9" name="Slide Number Placeholder 8">
            <a:extLst>
              <a:ext uri="{FF2B5EF4-FFF2-40B4-BE49-F238E27FC236}">
                <a16:creationId xmlns:a16="http://schemas.microsoft.com/office/drawing/2014/main" id="{223C773E-67F8-8A4F-0BE9-BAF5D5BA164F}"/>
              </a:ext>
            </a:extLst>
          </p:cNvPr>
          <p:cNvSpPr txBox="1">
            <a:spLocks noGrp="1"/>
          </p:cNvSpPr>
          <p:nvPr>
            <p:ph type="sldNum" sz="quarter" idx="8"/>
          </p:nvPr>
        </p:nvSpPr>
        <p:spPr/>
        <p:txBody>
          <a:bodyPr/>
          <a:lstStyle>
            <a:lvl1pPr>
              <a:defRPr/>
            </a:lvl1pPr>
          </a:lstStyle>
          <a:p>
            <a:pPr lvl="0"/>
            <a:fld id="{A2613A81-1240-49F9-8B01-9284141EB359}" type="slidenum">
              <a:t>‹#›</a:t>
            </a:fld>
            <a:endParaRPr lang="en-US"/>
          </a:p>
        </p:txBody>
      </p:sp>
    </p:spTree>
    <p:extLst>
      <p:ext uri="{BB962C8B-B14F-4D97-AF65-F5344CB8AC3E}">
        <p14:creationId xmlns:p14="http://schemas.microsoft.com/office/powerpoint/2010/main" val="2240413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A2F06-0A2B-BB3D-DC90-3C3B2AECA4C7}"/>
              </a:ext>
            </a:extLst>
          </p:cNvPr>
          <p:cNvSpPr txBox="1">
            <a:spLocks noGrp="1"/>
          </p:cNvSpPr>
          <p:nvPr>
            <p:ph type="title"/>
          </p:nvPr>
        </p:nvSpPr>
        <p:spPr/>
        <p:txBody>
          <a:bodyPr/>
          <a:lstStyle>
            <a:lvl1pPr>
              <a:defRPr/>
            </a:lvl1pPr>
          </a:lstStyle>
          <a:p>
            <a:pPr lvl="0"/>
            <a:r>
              <a:rPr lang="en-US"/>
              <a:t>Click to edit Master title style</a:t>
            </a:r>
          </a:p>
        </p:txBody>
      </p:sp>
      <p:sp>
        <p:nvSpPr>
          <p:cNvPr id="3" name="Date Placeholder 2">
            <a:extLst>
              <a:ext uri="{FF2B5EF4-FFF2-40B4-BE49-F238E27FC236}">
                <a16:creationId xmlns:a16="http://schemas.microsoft.com/office/drawing/2014/main" id="{49426301-A948-FBC3-4B00-F73FBAD607C6}"/>
              </a:ext>
            </a:extLst>
          </p:cNvPr>
          <p:cNvSpPr txBox="1">
            <a:spLocks noGrp="1"/>
          </p:cNvSpPr>
          <p:nvPr>
            <p:ph type="dt" sz="half" idx="7"/>
          </p:nvPr>
        </p:nvSpPr>
        <p:spPr/>
        <p:txBody>
          <a:bodyPr/>
          <a:lstStyle>
            <a:lvl1pPr>
              <a:defRPr/>
            </a:lvl1pPr>
          </a:lstStyle>
          <a:p>
            <a:pPr lvl="0"/>
            <a:fld id="{DEC79F83-91E4-4012-AF8F-42F4B709B583}" type="datetime1">
              <a:rPr lang="en-US"/>
              <a:pPr lvl="0"/>
              <a:t>4/2/2026</a:t>
            </a:fld>
            <a:endParaRPr lang="en-US"/>
          </a:p>
        </p:txBody>
      </p:sp>
      <p:sp>
        <p:nvSpPr>
          <p:cNvPr id="4" name="Footer Placeholder 3">
            <a:extLst>
              <a:ext uri="{FF2B5EF4-FFF2-40B4-BE49-F238E27FC236}">
                <a16:creationId xmlns:a16="http://schemas.microsoft.com/office/drawing/2014/main" id="{81C386F4-7321-F5DF-285A-B86A6EFAF507}"/>
              </a:ext>
            </a:extLst>
          </p:cNvPr>
          <p:cNvSpPr txBox="1">
            <a:spLocks noGrp="1"/>
          </p:cNvSpPr>
          <p:nvPr>
            <p:ph type="ftr" sz="quarter" idx="9"/>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BF3EA0AF-4221-3C8D-EF34-665801EE75AE}"/>
              </a:ext>
            </a:extLst>
          </p:cNvPr>
          <p:cNvSpPr txBox="1">
            <a:spLocks noGrp="1"/>
          </p:cNvSpPr>
          <p:nvPr>
            <p:ph type="sldNum" sz="quarter" idx="8"/>
          </p:nvPr>
        </p:nvSpPr>
        <p:spPr/>
        <p:txBody>
          <a:bodyPr/>
          <a:lstStyle>
            <a:lvl1pPr>
              <a:defRPr/>
            </a:lvl1pPr>
          </a:lstStyle>
          <a:p>
            <a:pPr lvl="0"/>
            <a:fld id="{ED9FE787-1411-46A6-A3A6-CAEF7519DB98}" type="slidenum">
              <a:t>‹#›</a:t>
            </a:fld>
            <a:endParaRPr lang="en-US"/>
          </a:p>
        </p:txBody>
      </p:sp>
    </p:spTree>
    <p:extLst>
      <p:ext uri="{BB962C8B-B14F-4D97-AF65-F5344CB8AC3E}">
        <p14:creationId xmlns:p14="http://schemas.microsoft.com/office/powerpoint/2010/main" val="13621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3C74C1-5F8D-3772-2BE7-7BC8F323B1B1}"/>
              </a:ext>
            </a:extLst>
          </p:cNvPr>
          <p:cNvSpPr txBox="1">
            <a:spLocks noGrp="1"/>
          </p:cNvSpPr>
          <p:nvPr>
            <p:ph type="dt" sz="half" idx="7"/>
          </p:nvPr>
        </p:nvSpPr>
        <p:spPr/>
        <p:txBody>
          <a:bodyPr/>
          <a:lstStyle>
            <a:lvl1pPr>
              <a:defRPr/>
            </a:lvl1pPr>
          </a:lstStyle>
          <a:p>
            <a:pPr lvl="0"/>
            <a:fld id="{52818BA8-FFEF-46B5-A3AB-7CC2D20800B5}" type="datetime1">
              <a:rPr lang="en-US"/>
              <a:pPr lvl="0"/>
              <a:t>4/2/2026</a:t>
            </a:fld>
            <a:endParaRPr lang="en-US"/>
          </a:p>
        </p:txBody>
      </p:sp>
      <p:sp>
        <p:nvSpPr>
          <p:cNvPr id="3" name="Footer Placeholder 2">
            <a:extLst>
              <a:ext uri="{FF2B5EF4-FFF2-40B4-BE49-F238E27FC236}">
                <a16:creationId xmlns:a16="http://schemas.microsoft.com/office/drawing/2014/main" id="{7451CA4E-269C-C5F9-08F0-DA80B97207CA}"/>
              </a:ext>
            </a:extLst>
          </p:cNvPr>
          <p:cNvSpPr txBox="1">
            <a:spLocks noGrp="1"/>
          </p:cNvSpPr>
          <p:nvPr>
            <p:ph type="ftr" sz="quarter" idx="9"/>
          </p:nvPr>
        </p:nvSpPr>
        <p:spPr/>
        <p:txBody>
          <a:bodyPr/>
          <a:lstStyle>
            <a:lvl1pPr>
              <a:defRPr/>
            </a:lvl1pPr>
          </a:lstStyle>
          <a:p>
            <a:pPr lvl="0"/>
            <a:endParaRPr lang="en-US"/>
          </a:p>
        </p:txBody>
      </p:sp>
      <p:sp>
        <p:nvSpPr>
          <p:cNvPr id="4" name="Slide Number Placeholder 3">
            <a:extLst>
              <a:ext uri="{FF2B5EF4-FFF2-40B4-BE49-F238E27FC236}">
                <a16:creationId xmlns:a16="http://schemas.microsoft.com/office/drawing/2014/main" id="{B29B67EF-2FE7-4BA4-1479-E71A6207B4A6}"/>
              </a:ext>
            </a:extLst>
          </p:cNvPr>
          <p:cNvSpPr txBox="1">
            <a:spLocks noGrp="1"/>
          </p:cNvSpPr>
          <p:nvPr>
            <p:ph type="sldNum" sz="quarter" idx="8"/>
          </p:nvPr>
        </p:nvSpPr>
        <p:spPr/>
        <p:txBody>
          <a:bodyPr/>
          <a:lstStyle>
            <a:lvl1pPr>
              <a:defRPr/>
            </a:lvl1pPr>
          </a:lstStyle>
          <a:p>
            <a:pPr lvl="0"/>
            <a:fld id="{AC9366D2-3F02-47C9-94E0-857C0D863437}" type="slidenum">
              <a:t>‹#›</a:t>
            </a:fld>
            <a:endParaRPr lang="en-US"/>
          </a:p>
        </p:txBody>
      </p:sp>
    </p:spTree>
    <p:extLst>
      <p:ext uri="{BB962C8B-B14F-4D97-AF65-F5344CB8AC3E}">
        <p14:creationId xmlns:p14="http://schemas.microsoft.com/office/powerpoint/2010/main" val="12314286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94B85-2688-0B31-BFE1-0FE041A20B61}"/>
              </a:ext>
            </a:extLst>
          </p:cNvPr>
          <p:cNvSpPr txBox="1">
            <a:spLocks noGrp="1"/>
          </p:cNvSpPr>
          <p:nvPr>
            <p:ph type="title"/>
          </p:nvPr>
        </p:nvSpPr>
        <p:spPr>
          <a:xfrm>
            <a:off x="2645331" y="2560320"/>
            <a:ext cx="12386544" cy="8961120"/>
          </a:xfrm>
        </p:spPr>
        <p:txBody>
          <a:bodyPr anchor="b"/>
          <a:lstStyle>
            <a:lvl1pPr>
              <a:defRPr sz="13440"/>
            </a:lvl1pPr>
          </a:lstStyle>
          <a:p>
            <a:pPr lvl="0"/>
            <a:r>
              <a:rPr lang="en-US"/>
              <a:t>Click to edit Master title style</a:t>
            </a:r>
          </a:p>
        </p:txBody>
      </p:sp>
      <p:sp>
        <p:nvSpPr>
          <p:cNvPr id="3" name="Content Placeholder 2">
            <a:extLst>
              <a:ext uri="{FF2B5EF4-FFF2-40B4-BE49-F238E27FC236}">
                <a16:creationId xmlns:a16="http://schemas.microsoft.com/office/drawing/2014/main" id="{17A68C57-1E03-8EEC-D944-4AF0B2942215}"/>
              </a:ext>
            </a:extLst>
          </p:cNvPr>
          <p:cNvSpPr txBox="1">
            <a:spLocks noGrp="1"/>
          </p:cNvSpPr>
          <p:nvPr>
            <p:ph idx="1"/>
          </p:nvPr>
        </p:nvSpPr>
        <p:spPr>
          <a:xfrm>
            <a:off x="16327041" y="5529587"/>
            <a:ext cx="19442429" cy="27292297"/>
          </a:xfrm>
        </p:spPr>
        <p:txBody>
          <a:bodyPr/>
          <a:lstStyle>
            <a:lvl1pPr>
              <a:defRPr sz="13440"/>
            </a:lvl1pPr>
            <a:lvl2pPr>
              <a:defRPr sz="11760"/>
            </a:lvl2pPr>
            <a:lvl3pPr>
              <a:defRPr sz="10080"/>
            </a:lvl3pPr>
            <a:lvl4pPr>
              <a:defRPr sz="8400"/>
            </a:lvl4pPr>
            <a:lvl5pPr>
              <a:defRPr sz="8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B6FC3C-6DDE-5C6E-9494-77FFF63E2030}"/>
              </a:ext>
            </a:extLst>
          </p:cNvPr>
          <p:cNvSpPr txBox="1">
            <a:spLocks noGrp="1"/>
          </p:cNvSpPr>
          <p:nvPr>
            <p:ph type="body" idx="2"/>
          </p:nvPr>
        </p:nvSpPr>
        <p:spPr>
          <a:xfrm>
            <a:off x="2645331" y="11521440"/>
            <a:ext cx="12386544" cy="21344894"/>
          </a:xfrm>
        </p:spPr>
        <p:txBody>
          <a:bodyPr/>
          <a:lstStyle>
            <a:lvl1pPr marL="0" indent="0">
              <a:buNone/>
              <a:defRPr sz="6720"/>
            </a:lvl1pPr>
          </a:lstStyle>
          <a:p>
            <a:pPr lvl="0"/>
            <a:r>
              <a:rPr lang="en-US"/>
              <a:t>Click to edit Master text styles</a:t>
            </a:r>
          </a:p>
        </p:txBody>
      </p:sp>
      <p:sp>
        <p:nvSpPr>
          <p:cNvPr id="5" name="Date Placeholder 4">
            <a:extLst>
              <a:ext uri="{FF2B5EF4-FFF2-40B4-BE49-F238E27FC236}">
                <a16:creationId xmlns:a16="http://schemas.microsoft.com/office/drawing/2014/main" id="{9DBACAF2-EB28-FB05-5E1A-ED12C0D96AC5}"/>
              </a:ext>
            </a:extLst>
          </p:cNvPr>
          <p:cNvSpPr txBox="1">
            <a:spLocks noGrp="1"/>
          </p:cNvSpPr>
          <p:nvPr>
            <p:ph type="dt" sz="half" idx="7"/>
          </p:nvPr>
        </p:nvSpPr>
        <p:spPr/>
        <p:txBody>
          <a:bodyPr/>
          <a:lstStyle>
            <a:lvl1pPr>
              <a:defRPr/>
            </a:lvl1pPr>
          </a:lstStyle>
          <a:p>
            <a:pPr lvl="0"/>
            <a:fld id="{0022C428-468F-4820-B68F-5A20D2FE00F3}" type="datetime1">
              <a:rPr lang="en-US"/>
              <a:pPr lvl="0"/>
              <a:t>4/2/2026</a:t>
            </a:fld>
            <a:endParaRPr lang="en-US"/>
          </a:p>
        </p:txBody>
      </p:sp>
      <p:sp>
        <p:nvSpPr>
          <p:cNvPr id="6" name="Footer Placeholder 5">
            <a:extLst>
              <a:ext uri="{FF2B5EF4-FFF2-40B4-BE49-F238E27FC236}">
                <a16:creationId xmlns:a16="http://schemas.microsoft.com/office/drawing/2014/main" id="{CFBFA024-7759-5325-AE41-FABA009D5814}"/>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B159836B-8019-30A1-9F7B-53B27FAE089E}"/>
              </a:ext>
            </a:extLst>
          </p:cNvPr>
          <p:cNvSpPr txBox="1">
            <a:spLocks noGrp="1"/>
          </p:cNvSpPr>
          <p:nvPr>
            <p:ph type="sldNum" sz="quarter" idx="8"/>
          </p:nvPr>
        </p:nvSpPr>
        <p:spPr/>
        <p:txBody>
          <a:bodyPr/>
          <a:lstStyle>
            <a:lvl1pPr>
              <a:defRPr/>
            </a:lvl1pPr>
          </a:lstStyle>
          <a:p>
            <a:pPr lvl="0"/>
            <a:fld id="{22E5B899-4ECB-4E13-8CC8-CC89C4789106}" type="slidenum">
              <a:t>‹#›</a:t>
            </a:fld>
            <a:endParaRPr lang="en-US"/>
          </a:p>
        </p:txBody>
      </p:sp>
    </p:spTree>
    <p:extLst>
      <p:ext uri="{BB962C8B-B14F-4D97-AF65-F5344CB8AC3E}">
        <p14:creationId xmlns:p14="http://schemas.microsoft.com/office/powerpoint/2010/main" val="2183211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5AED0-C81F-10AF-B316-A3A9788BA074}"/>
              </a:ext>
            </a:extLst>
          </p:cNvPr>
          <p:cNvSpPr txBox="1">
            <a:spLocks noGrp="1"/>
          </p:cNvSpPr>
          <p:nvPr>
            <p:ph type="title"/>
          </p:nvPr>
        </p:nvSpPr>
        <p:spPr>
          <a:xfrm>
            <a:off x="2645331" y="2560320"/>
            <a:ext cx="12386544" cy="8961120"/>
          </a:xfrm>
        </p:spPr>
        <p:txBody>
          <a:bodyPr anchor="b"/>
          <a:lstStyle>
            <a:lvl1pPr>
              <a:defRPr sz="13440"/>
            </a:lvl1pPr>
          </a:lstStyle>
          <a:p>
            <a:pPr lvl="0"/>
            <a:r>
              <a:rPr lang="en-US"/>
              <a:t>Click to edit Master title style</a:t>
            </a:r>
          </a:p>
        </p:txBody>
      </p:sp>
      <p:sp>
        <p:nvSpPr>
          <p:cNvPr id="3" name="Picture Placeholder 2">
            <a:extLst>
              <a:ext uri="{FF2B5EF4-FFF2-40B4-BE49-F238E27FC236}">
                <a16:creationId xmlns:a16="http://schemas.microsoft.com/office/drawing/2014/main" id="{9394F60F-DCA7-F16D-97BA-4FAF30F03AAE}"/>
              </a:ext>
            </a:extLst>
          </p:cNvPr>
          <p:cNvSpPr txBox="1">
            <a:spLocks noGrp="1"/>
          </p:cNvSpPr>
          <p:nvPr>
            <p:ph type="pic" idx="1"/>
          </p:nvPr>
        </p:nvSpPr>
        <p:spPr>
          <a:xfrm>
            <a:off x="16327041" y="5529587"/>
            <a:ext cx="19442429" cy="27292297"/>
          </a:xfrm>
        </p:spPr>
        <p:txBody>
          <a:bodyPr/>
          <a:lstStyle>
            <a:lvl1pPr marL="0" indent="0">
              <a:buNone/>
              <a:defRPr sz="13440"/>
            </a:lvl1pPr>
          </a:lstStyle>
          <a:p>
            <a:pPr lvl="0"/>
            <a:r>
              <a:rPr lang="en-US"/>
              <a:t>Click icon to add picture</a:t>
            </a:r>
          </a:p>
        </p:txBody>
      </p:sp>
      <p:sp>
        <p:nvSpPr>
          <p:cNvPr id="4" name="Text Placeholder 3">
            <a:extLst>
              <a:ext uri="{FF2B5EF4-FFF2-40B4-BE49-F238E27FC236}">
                <a16:creationId xmlns:a16="http://schemas.microsoft.com/office/drawing/2014/main" id="{F868A04E-8C76-4208-F570-CDDFF1F1E2CE}"/>
              </a:ext>
            </a:extLst>
          </p:cNvPr>
          <p:cNvSpPr txBox="1">
            <a:spLocks noGrp="1"/>
          </p:cNvSpPr>
          <p:nvPr>
            <p:ph type="body" idx="2"/>
          </p:nvPr>
        </p:nvSpPr>
        <p:spPr>
          <a:xfrm>
            <a:off x="2645331" y="11521440"/>
            <a:ext cx="12386544" cy="21344894"/>
          </a:xfrm>
        </p:spPr>
        <p:txBody>
          <a:bodyPr/>
          <a:lstStyle>
            <a:lvl1pPr marL="0" indent="0">
              <a:buNone/>
              <a:defRPr sz="6720"/>
            </a:lvl1pPr>
          </a:lstStyle>
          <a:p>
            <a:pPr lvl="0"/>
            <a:r>
              <a:rPr lang="en-US"/>
              <a:t>Click to edit Master text styles</a:t>
            </a:r>
          </a:p>
        </p:txBody>
      </p:sp>
      <p:sp>
        <p:nvSpPr>
          <p:cNvPr id="5" name="Date Placeholder 4">
            <a:extLst>
              <a:ext uri="{FF2B5EF4-FFF2-40B4-BE49-F238E27FC236}">
                <a16:creationId xmlns:a16="http://schemas.microsoft.com/office/drawing/2014/main" id="{B2E764DE-724C-6E09-0837-F41A42E2BE1F}"/>
              </a:ext>
            </a:extLst>
          </p:cNvPr>
          <p:cNvSpPr txBox="1">
            <a:spLocks noGrp="1"/>
          </p:cNvSpPr>
          <p:nvPr>
            <p:ph type="dt" sz="half" idx="7"/>
          </p:nvPr>
        </p:nvSpPr>
        <p:spPr/>
        <p:txBody>
          <a:bodyPr/>
          <a:lstStyle>
            <a:lvl1pPr>
              <a:defRPr/>
            </a:lvl1pPr>
          </a:lstStyle>
          <a:p>
            <a:pPr lvl="0"/>
            <a:fld id="{1DDA2C4F-D385-46B4-BA56-B367EFFC39F4}" type="datetime1">
              <a:rPr lang="en-US"/>
              <a:pPr lvl="0"/>
              <a:t>4/2/2026</a:t>
            </a:fld>
            <a:endParaRPr lang="en-US"/>
          </a:p>
        </p:txBody>
      </p:sp>
      <p:sp>
        <p:nvSpPr>
          <p:cNvPr id="6" name="Footer Placeholder 5">
            <a:extLst>
              <a:ext uri="{FF2B5EF4-FFF2-40B4-BE49-F238E27FC236}">
                <a16:creationId xmlns:a16="http://schemas.microsoft.com/office/drawing/2014/main" id="{6A63B372-441A-9955-E218-BFAA2452F1E6}"/>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45467D8F-4E74-2D10-7172-DC237B984AAE}"/>
              </a:ext>
            </a:extLst>
          </p:cNvPr>
          <p:cNvSpPr txBox="1">
            <a:spLocks noGrp="1"/>
          </p:cNvSpPr>
          <p:nvPr>
            <p:ph type="sldNum" sz="quarter" idx="8"/>
          </p:nvPr>
        </p:nvSpPr>
        <p:spPr/>
        <p:txBody>
          <a:bodyPr/>
          <a:lstStyle>
            <a:lvl1pPr>
              <a:defRPr/>
            </a:lvl1pPr>
          </a:lstStyle>
          <a:p>
            <a:pPr lvl="0"/>
            <a:fld id="{33454F29-10F3-423F-994B-7E8F0D274EAF}" type="slidenum">
              <a:t>‹#›</a:t>
            </a:fld>
            <a:endParaRPr lang="en-US"/>
          </a:p>
        </p:txBody>
      </p:sp>
    </p:spTree>
    <p:extLst>
      <p:ext uri="{BB962C8B-B14F-4D97-AF65-F5344CB8AC3E}">
        <p14:creationId xmlns:p14="http://schemas.microsoft.com/office/powerpoint/2010/main" val="1659418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36018-5AC8-331C-BE8F-568905C9E2D8}"/>
              </a:ext>
            </a:extLst>
          </p:cNvPr>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A9802A94-1F81-6560-EA3B-69F5E77AAB42}"/>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FCA007-AD26-0702-7551-EEDBC3CDCECC}"/>
              </a:ext>
            </a:extLst>
          </p:cNvPr>
          <p:cNvSpPr txBox="1">
            <a:spLocks noGrp="1"/>
          </p:cNvSpPr>
          <p:nvPr>
            <p:ph type="dt" sz="half" idx="7"/>
          </p:nvPr>
        </p:nvSpPr>
        <p:spPr/>
        <p:txBody>
          <a:bodyPr/>
          <a:lstStyle>
            <a:lvl1pPr>
              <a:defRPr/>
            </a:lvl1pPr>
          </a:lstStyle>
          <a:p>
            <a:pPr lvl="0"/>
            <a:fld id="{3909C996-6C08-4985-9FE2-379B3AEB0710}" type="datetime1">
              <a:rPr lang="en-US"/>
              <a:pPr lvl="0"/>
              <a:t>4/2/2026</a:t>
            </a:fld>
            <a:endParaRPr lang="en-US"/>
          </a:p>
        </p:txBody>
      </p:sp>
      <p:sp>
        <p:nvSpPr>
          <p:cNvPr id="5" name="Footer Placeholder 4">
            <a:extLst>
              <a:ext uri="{FF2B5EF4-FFF2-40B4-BE49-F238E27FC236}">
                <a16:creationId xmlns:a16="http://schemas.microsoft.com/office/drawing/2014/main" id="{4DD02640-BBEA-0C57-E478-8687B748B881}"/>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319674FD-6A61-5F78-F385-CE1FA8E938BF}"/>
              </a:ext>
            </a:extLst>
          </p:cNvPr>
          <p:cNvSpPr txBox="1">
            <a:spLocks noGrp="1"/>
          </p:cNvSpPr>
          <p:nvPr>
            <p:ph type="sldNum" sz="quarter" idx="8"/>
          </p:nvPr>
        </p:nvSpPr>
        <p:spPr/>
        <p:txBody>
          <a:bodyPr/>
          <a:lstStyle>
            <a:lvl1pPr>
              <a:defRPr/>
            </a:lvl1pPr>
          </a:lstStyle>
          <a:p>
            <a:pPr lvl="0"/>
            <a:fld id="{5D989430-1737-4B08-A533-76CAD1A3CF19}" type="slidenum">
              <a:t>‹#›</a:t>
            </a:fld>
            <a:endParaRPr lang="en-US"/>
          </a:p>
        </p:txBody>
      </p:sp>
    </p:spTree>
    <p:extLst>
      <p:ext uri="{BB962C8B-B14F-4D97-AF65-F5344CB8AC3E}">
        <p14:creationId xmlns:p14="http://schemas.microsoft.com/office/powerpoint/2010/main" val="1588935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161F96-E32B-861B-0AD7-FB7515574ED9}"/>
              </a:ext>
            </a:extLst>
          </p:cNvPr>
          <p:cNvSpPr txBox="1">
            <a:spLocks noGrp="1"/>
          </p:cNvSpPr>
          <p:nvPr>
            <p:ph type="title" orient="vert"/>
          </p:nvPr>
        </p:nvSpPr>
        <p:spPr>
          <a:xfrm>
            <a:off x="27483435" y="2044698"/>
            <a:ext cx="8281035" cy="32546294"/>
          </a:xfrm>
        </p:spPr>
        <p:txBody>
          <a:bodyPr vert="eaVert"/>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7CA575AB-E2DA-4FD0-17F4-03EDDB6A16A3}"/>
              </a:ext>
            </a:extLst>
          </p:cNvPr>
          <p:cNvSpPr txBox="1">
            <a:spLocks noGrp="1"/>
          </p:cNvSpPr>
          <p:nvPr>
            <p:ph type="body" orient="vert" idx="1"/>
          </p:nvPr>
        </p:nvSpPr>
        <p:spPr>
          <a:xfrm>
            <a:off x="2640330" y="2044698"/>
            <a:ext cx="24363045" cy="3254629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71ECC3-4B9C-5941-3B71-94CDEBAB1E91}"/>
              </a:ext>
            </a:extLst>
          </p:cNvPr>
          <p:cNvSpPr txBox="1">
            <a:spLocks noGrp="1"/>
          </p:cNvSpPr>
          <p:nvPr>
            <p:ph type="dt" sz="half" idx="7"/>
          </p:nvPr>
        </p:nvSpPr>
        <p:spPr/>
        <p:txBody>
          <a:bodyPr/>
          <a:lstStyle>
            <a:lvl1pPr>
              <a:defRPr/>
            </a:lvl1pPr>
          </a:lstStyle>
          <a:p>
            <a:pPr lvl="0"/>
            <a:fld id="{6D5AE1D4-F9DF-41D7-9FF1-3D5D9E716EF4}" type="datetime1">
              <a:rPr lang="en-US"/>
              <a:pPr lvl="0"/>
              <a:t>4/2/2026</a:t>
            </a:fld>
            <a:endParaRPr lang="en-US"/>
          </a:p>
        </p:txBody>
      </p:sp>
      <p:sp>
        <p:nvSpPr>
          <p:cNvPr id="5" name="Footer Placeholder 4">
            <a:extLst>
              <a:ext uri="{FF2B5EF4-FFF2-40B4-BE49-F238E27FC236}">
                <a16:creationId xmlns:a16="http://schemas.microsoft.com/office/drawing/2014/main" id="{F79E8087-DEC5-D08E-F5C2-EE840E6B6F1F}"/>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B0EC9B3D-41F4-7E21-4091-D387C2A17964}"/>
              </a:ext>
            </a:extLst>
          </p:cNvPr>
          <p:cNvSpPr txBox="1">
            <a:spLocks noGrp="1"/>
          </p:cNvSpPr>
          <p:nvPr>
            <p:ph type="sldNum" sz="quarter" idx="8"/>
          </p:nvPr>
        </p:nvSpPr>
        <p:spPr/>
        <p:txBody>
          <a:bodyPr/>
          <a:lstStyle>
            <a:lvl1pPr>
              <a:defRPr/>
            </a:lvl1pPr>
          </a:lstStyle>
          <a:p>
            <a:pPr lvl="0"/>
            <a:fld id="{A14C594C-3134-4DF0-9E2F-CF0366F5C7BE}" type="slidenum">
              <a:t>‹#›</a:t>
            </a:fld>
            <a:endParaRPr lang="en-US"/>
          </a:p>
        </p:txBody>
      </p:sp>
    </p:spTree>
    <p:extLst>
      <p:ext uri="{BB962C8B-B14F-4D97-AF65-F5344CB8AC3E}">
        <p14:creationId xmlns:p14="http://schemas.microsoft.com/office/powerpoint/2010/main" val="811582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EC9E84-C8F3-EA6C-3C6B-A0AB71F26D84}"/>
              </a:ext>
            </a:extLst>
          </p:cNvPr>
          <p:cNvSpPr txBox="1">
            <a:spLocks noGrp="1"/>
          </p:cNvSpPr>
          <p:nvPr>
            <p:ph type="title"/>
          </p:nvPr>
        </p:nvSpPr>
        <p:spPr>
          <a:xfrm>
            <a:off x="2640330" y="2044708"/>
            <a:ext cx="33124140" cy="7423154"/>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p>
        </p:txBody>
      </p:sp>
      <p:sp>
        <p:nvSpPr>
          <p:cNvPr id="3" name="Text Placeholder 2">
            <a:extLst>
              <a:ext uri="{FF2B5EF4-FFF2-40B4-BE49-F238E27FC236}">
                <a16:creationId xmlns:a16="http://schemas.microsoft.com/office/drawing/2014/main" id="{DB42F038-77F3-3C4C-D58C-9361F3601370}"/>
              </a:ext>
            </a:extLst>
          </p:cNvPr>
          <p:cNvSpPr txBox="1">
            <a:spLocks noGrp="1"/>
          </p:cNvSpPr>
          <p:nvPr>
            <p:ph type="body" idx="1"/>
          </p:nvPr>
        </p:nvSpPr>
        <p:spPr>
          <a:xfrm>
            <a:off x="2640330" y="10223504"/>
            <a:ext cx="33124140" cy="24367488"/>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2C9BC5-A314-F71B-01CB-F3DCBC1B57A0}"/>
              </a:ext>
            </a:extLst>
          </p:cNvPr>
          <p:cNvSpPr txBox="1">
            <a:spLocks noGrp="1"/>
          </p:cNvSpPr>
          <p:nvPr>
            <p:ph type="dt" sz="half" idx="2"/>
          </p:nvPr>
        </p:nvSpPr>
        <p:spPr>
          <a:xfrm>
            <a:off x="2640330" y="35595571"/>
            <a:ext cx="8641080" cy="2044698"/>
          </a:xfrm>
          <a:prstGeom prst="rect">
            <a:avLst/>
          </a:prstGeom>
          <a:noFill/>
          <a:ln>
            <a:noFill/>
          </a:ln>
        </p:spPr>
        <p:txBody>
          <a:bodyPr vert="horz" wrap="square" lIns="91440" tIns="45720" rIns="91440" bIns="45720" anchor="ctr" anchorCtr="0" compatLnSpc="1">
            <a:noAutofit/>
          </a:bodyPr>
          <a:lstStyle>
            <a:lvl1pPr marL="0" marR="0" lvl="0" indent="0" algn="l" defTabSz="3686860" rtl="0" fontAlgn="auto" hangingPunct="1">
              <a:lnSpc>
                <a:spcPct val="100000"/>
              </a:lnSpc>
              <a:spcBef>
                <a:spcPts val="0"/>
              </a:spcBef>
              <a:spcAft>
                <a:spcPts val="0"/>
              </a:spcAft>
              <a:buNone/>
              <a:tabLst/>
              <a:defRPr lang="en-US" sz="5040" b="0" i="0" u="none" strike="noStrike" kern="1200" cap="none" spc="0" baseline="0">
                <a:solidFill>
                  <a:srgbClr val="898989"/>
                </a:solidFill>
                <a:uFillTx/>
                <a:latin typeface="Calibri"/>
              </a:defRPr>
            </a:lvl1pPr>
          </a:lstStyle>
          <a:p>
            <a:pPr lvl="0"/>
            <a:fld id="{2FBAE5D9-2ECA-488A-ADF1-DAADA7B63FD2}" type="datetime1">
              <a:rPr lang="en-US"/>
              <a:pPr lvl="0"/>
              <a:t>4/2/2026</a:t>
            </a:fld>
            <a:endParaRPr lang="en-US"/>
          </a:p>
        </p:txBody>
      </p:sp>
      <p:sp>
        <p:nvSpPr>
          <p:cNvPr id="5" name="Footer Placeholder 4">
            <a:extLst>
              <a:ext uri="{FF2B5EF4-FFF2-40B4-BE49-F238E27FC236}">
                <a16:creationId xmlns:a16="http://schemas.microsoft.com/office/drawing/2014/main" id="{26BCBBD2-0FFE-A4FB-9521-8A434A134BFF}"/>
              </a:ext>
            </a:extLst>
          </p:cNvPr>
          <p:cNvSpPr txBox="1">
            <a:spLocks noGrp="1"/>
          </p:cNvSpPr>
          <p:nvPr>
            <p:ph type="ftr" sz="quarter" idx="3"/>
          </p:nvPr>
        </p:nvSpPr>
        <p:spPr>
          <a:xfrm>
            <a:off x="12721590" y="35595571"/>
            <a:ext cx="12961620" cy="2044698"/>
          </a:xfrm>
          <a:prstGeom prst="rect">
            <a:avLst/>
          </a:prstGeom>
          <a:noFill/>
          <a:ln>
            <a:noFill/>
          </a:ln>
        </p:spPr>
        <p:txBody>
          <a:bodyPr vert="horz" wrap="square" lIns="91440" tIns="45720" rIns="91440" bIns="45720" anchor="ctr" anchorCtr="1" compatLnSpc="1">
            <a:noAutofit/>
          </a:bodyPr>
          <a:lstStyle>
            <a:lvl1pPr marL="0" marR="0" lvl="0" indent="0" algn="ctr" defTabSz="3686860" rtl="0" fontAlgn="auto" hangingPunct="1">
              <a:lnSpc>
                <a:spcPct val="100000"/>
              </a:lnSpc>
              <a:spcBef>
                <a:spcPts val="0"/>
              </a:spcBef>
              <a:spcAft>
                <a:spcPts val="0"/>
              </a:spcAft>
              <a:buNone/>
              <a:tabLst/>
              <a:defRPr lang="en-US" sz="5040" b="0" i="0" u="none" strike="noStrike" kern="1200" cap="none" spc="0" baseline="0">
                <a:solidFill>
                  <a:srgbClr val="898989"/>
                </a:solidFill>
                <a:uFillTx/>
                <a:latin typeface="Calibri"/>
              </a:defRPr>
            </a:lvl1pPr>
          </a:lstStyle>
          <a:p>
            <a:pPr lvl="0"/>
            <a:endParaRPr lang="en-US"/>
          </a:p>
        </p:txBody>
      </p:sp>
      <p:sp>
        <p:nvSpPr>
          <p:cNvPr id="6" name="Slide Number Placeholder 5">
            <a:extLst>
              <a:ext uri="{FF2B5EF4-FFF2-40B4-BE49-F238E27FC236}">
                <a16:creationId xmlns:a16="http://schemas.microsoft.com/office/drawing/2014/main" id="{E9402FE2-DC3E-C78F-DC1A-596E686D58C9}"/>
              </a:ext>
            </a:extLst>
          </p:cNvPr>
          <p:cNvSpPr txBox="1">
            <a:spLocks noGrp="1"/>
          </p:cNvSpPr>
          <p:nvPr>
            <p:ph type="sldNum" sz="quarter" idx="4"/>
          </p:nvPr>
        </p:nvSpPr>
        <p:spPr>
          <a:xfrm>
            <a:off x="27123389" y="35595571"/>
            <a:ext cx="8641080" cy="2044698"/>
          </a:xfrm>
          <a:prstGeom prst="rect">
            <a:avLst/>
          </a:prstGeom>
          <a:noFill/>
          <a:ln>
            <a:noFill/>
          </a:ln>
        </p:spPr>
        <p:txBody>
          <a:bodyPr vert="horz" wrap="square" lIns="91440" tIns="45720" rIns="91440" bIns="45720" anchor="ctr" anchorCtr="0" compatLnSpc="1">
            <a:noAutofit/>
          </a:bodyPr>
          <a:lstStyle>
            <a:lvl1pPr marL="0" marR="0" lvl="0" indent="0" algn="r" defTabSz="3686860" rtl="0" fontAlgn="auto" hangingPunct="1">
              <a:lnSpc>
                <a:spcPct val="100000"/>
              </a:lnSpc>
              <a:spcBef>
                <a:spcPts val="0"/>
              </a:spcBef>
              <a:spcAft>
                <a:spcPts val="0"/>
              </a:spcAft>
              <a:buNone/>
              <a:tabLst/>
              <a:defRPr lang="en-US" sz="5040" b="0" i="0" u="none" strike="noStrike" kern="1200" cap="none" spc="0" baseline="0">
                <a:solidFill>
                  <a:srgbClr val="898989"/>
                </a:solidFill>
                <a:uFillTx/>
                <a:latin typeface="Calibri"/>
              </a:defRPr>
            </a:lvl1pPr>
          </a:lstStyle>
          <a:p>
            <a:pPr lvl="0"/>
            <a:fld id="{6E2ED569-F1F5-4C6B-9218-E2225881B73D}"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3840480" rtl="0" fontAlgn="auto" hangingPunct="1">
        <a:lnSpc>
          <a:spcPct val="90000"/>
        </a:lnSpc>
        <a:spcBef>
          <a:spcPts val="0"/>
        </a:spcBef>
        <a:spcAft>
          <a:spcPts val="0"/>
        </a:spcAft>
        <a:buNone/>
        <a:tabLst/>
        <a:defRPr lang="en-US" sz="18480" b="0" i="0" u="none" strike="noStrike" kern="1200" cap="none" spc="0" baseline="0">
          <a:solidFill>
            <a:srgbClr val="000000"/>
          </a:solidFill>
          <a:uFillTx/>
          <a:latin typeface="Calibri Light"/>
        </a:defRPr>
      </a:lvl1pPr>
    </p:titleStyle>
    <p:bodyStyle>
      <a:lvl1pPr marL="960120" marR="0" lvl="0" indent="-960120" algn="l" defTabSz="3840480" rtl="0" fontAlgn="auto" hangingPunct="1">
        <a:lnSpc>
          <a:spcPct val="90000"/>
        </a:lnSpc>
        <a:spcBef>
          <a:spcPts val="4200"/>
        </a:spcBef>
        <a:spcAft>
          <a:spcPts val="0"/>
        </a:spcAft>
        <a:buSzPct val="100000"/>
        <a:buFont typeface="Arial" pitchFamily="34"/>
        <a:buChar char="•"/>
        <a:tabLst/>
        <a:defRPr lang="en-US" sz="11760" b="0" i="0" u="none" strike="noStrike" kern="1200" cap="none" spc="0" baseline="0">
          <a:solidFill>
            <a:srgbClr val="000000"/>
          </a:solidFill>
          <a:uFillTx/>
          <a:latin typeface="Calibri"/>
        </a:defRPr>
      </a:lvl1pPr>
      <a:lvl2pPr marL="2880360" marR="0" lvl="1" indent="-960120" algn="l" defTabSz="3840480" rtl="0" fontAlgn="auto" hangingPunct="1">
        <a:lnSpc>
          <a:spcPct val="90000"/>
        </a:lnSpc>
        <a:spcBef>
          <a:spcPts val="2100"/>
        </a:spcBef>
        <a:spcAft>
          <a:spcPts val="0"/>
        </a:spcAft>
        <a:buSzPct val="100000"/>
        <a:buFont typeface="Arial" pitchFamily="34"/>
        <a:buChar char="•"/>
        <a:tabLst/>
        <a:defRPr lang="en-US" sz="10080" b="0" i="0" u="none" strike="noStrike" kern="1200" cap="none" spc="0" baseline="0">
          <a:solidFill>
            <a:srgbClr val="000000"/>
          </a:solidFill>
          <a:uFillTx/>
          <a:latin typeface="Calibri"/>
        </a:defRPr>
      </a:lvl2pPr>
      <a:lvl3pPr marL="4800600" marR="0" lvl="2" indent="-960120" algn="l" defTabSz="3840480" rtl="0" fontAlgn="auto" hangingPunct="1">
        <a:lnSpc>
          <a:spcPct val="90000"/>
        </a:lnSpc>
        <a:spcBef>
          <a:spcPts val="2100"/>
        </a:spcBef>
        <a:spcAft>
          <a:spcPts val="0"/>
        </a:spcAft>
        <a:buSzPct val="100000"/>
        <a:buFont typeface="Arial" pitchFamily="34"/>
        <a:buChar char="•"/>
        <a:tabLst/>
        <a:defRPr lang="en-US" sz="8400" b="0" i="0" u="none" strike="noStrike" kern="1200" cap="none" spc="0" baseline="0">
          <a:solidFill>
            <a:srgbClr val="000000"/>
          </a:solidFill>
          <a:uFillTx/>
          <a:latin typeface="Calibri"/>
        </a:defRPr>
      </a:lvl3pPr>
      <a:lvl4pPr marL="6720840" marR="0" lvl="3" indent="-960120" algn="l" defTabSz="3840480" rtl="0" fontAlgn="auto" hangingPunct="1">
        <a:lnSpc>
          <a:spcPct val="90000"/>
        </a:lnSpc>
        <a:spcBef>
          <a:spcPts val="2100"/>
        </a:spcBef>
        <a:spcAft>
          <a:spcPts val="0"/>
        </a:spcAft>
        <a:buSzPct val="100000"/>
        <a:buFont typeface="Arial" pitchFamily="34"/>
        <a:buChar char="•"/>
        <a:tabLst/>
        <a:defRPr lang="en-US" sz="7560" b="0" i="0" u="none" strike="noStrike" kern="1200" cap="none" spc="0" baseline="0">
          <a:solidFill>
            <a:srgbClr val="000000"/>
          </a:solidFill>
          <a:uFillTx/>
          <a:latin typeface="Calibri"/>
        </a:defRPr>
      </a:lvl4pPr>
      <a:lvl5pPr marL="8641080" marR="0" lvl="4" indent="-960120" algn="l" defTabSz="3840480" rtl="0" fontAlgn="auto" hangingPunct="1">
        <a:lnSpc>
          <a:spcPct val="90000"/>
        </a:lnSpc>
        <a:spcBef>
          <a:spcPts val="2100"/>
        </a:spcBef>
        <a:spcAft>
          <a:spcPts val="0"/>
        </a:spcAft>
        <a:buSzPct val="100000"/>
        <a:buFont typeface="Arial" pitchFamily="34"/>
        <a:buChar char="•"/>
        <a:tabLst/>
        <a:defRPr lang="en-US" sz="756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TextBox 15">
            <a:extLst>
              <a:ext uri="{FF2B5EF4-FFF2-40B4-BE49-F238E27FC236}">
                <a16:creationId xmlns:a16="http://schemas.microsoft.com/office/drawing/2014/main" id="{8C4FCFE3-EF2E-3B08-CB8F-6BE968CE0117}"/>
              </a:ext>
            </a:extLst>
          </p:cNvPr>
          <p:cNvSpPr txBox="1"/>
          <p:nvPr/>
        </p:nvSpPr>
        <p:spPr>
          <a:xfrm>
            <a:off x="1371600" y="7315200"/>
            <a:ext cx="7543800" cy="7848304"/>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0" i="0" u="none" strike="noStrike" kern="1200" cap="none" spc="0" baseline="0">
                <a:solidFill>
                  <a:srgbClr val="000000"/>
                </a:solidFill>
                <a:uFillTx/>
                <a:latin typeface="Calibri"/>
              </a:rPr>
              <a:t>UrMedia is designed to improve the media logging experience by consolidating multiple tracking services into one intuitive platform. It allows users to track all forms of media in a single location, interact with friends through ratings and reviews, and stay updated with upcoming releases using a countdown feature. A customizable dashboard further enhances usability by organizing content such as “plan to watch” and “in-progress” lists, all displayed within a clean, user-friendly interface.</a:t>
            </a:r>
            <a:endParaRPr lang="en-US" sz="7250" b="0" i="0" u="none" strike="noStrike" kern="1200" cap="none" spc="0" baseline="0">
              <a:solidFill>
                <a:srgbClr val="000000"/>
              </a:solidFill>
              <a:uFillTx/>
              <a:latin typeface="Calibri"/>
              <a:ea typeface="Calibri"/>
              <a:cs typeface="Calibri"/>
            </a:endParaRPr>
          </a:p>
        </p:txBody>
      </p:sp>
      <p:sp>
        <p:nvSpPr>
          <p:cNvPr id="3" name="TextBox 41">
            <a:extLst>
              <a:ext uri="{FF2B5EF4-FFF2-40B4-BE49-F238E27FC236}">
                <a16:creationId xmlns:a16="http://schemas.microsoft.com/office/drawing/2014/main" id="{8ABBB9C0-B328-0B3B-6D7E-D81AB83FA1AB}"/>
              </a:ext>
            </a:extLst>
          </p:cNvPr>
          <p:cNvSpPr txBox="1"/>
          <p:nvPr/>
        </p:nvSpPr>
        <p:spPr>
          <a:xfrm>
            <a:off x="1371600" y="6400800"/>
            <a:ext cx="7543800" cy="830997"/>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BB1C3F"/>
                </a:solidFill>
                <a:uFillTx/>
                <a:latin typeface="Calibri"/>
              </a:rPr>
              <a:t>Abstract</a:t>
            </a:r>
          </a:p>
        </p:txBody>
      </p:sp>
      <p:sp>
        <p:nvSpPr>
          <p:cNvPr id="4" name="TextBox 8">
            <a:extLst>
              <a:ext uri="{FF2B5EF4-FFF2-40B4-BE49-F238E27FC236}">
                <a16:creationId xmlns:a16="http://schemas.microsoft.com/office/drawing/2014/main" id="{6CBE68A6-4406-0D44-BBF8-7383C46FA727}"/>
              </a:ext>
            </a:extLst>
          </p:cNvPr>
          <p:cNvSpPr txBox="1"/>
          <p:nvPr/>
        </p:nvSpPr>
        <p:spPr>
          <a:xfrm>
            <a:off x="7772400" y="914400"/>
            <a:ext cx="22860000" cy="1446553"/>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800" b="1" i="0" u="none" strike="noStrike" kern="1200" cap="none" spc="0" baseline="0">
                <a:solidFill>
                  <a:srgbClr val="BB1C3F"/>
                </a:solidFill>
                <a:uFillTx/>
                <a:latin typeface="Calibri"/>
              </a:rPr>
              <a:t>UrMedia</a:t>
            </a:r>
          </a:p>
        </p:txBody>
      </p:sp>
      <p:sp>
        <p:nvSpPr>
          <p:cNvPr id="5" name="TextBox 10">
            <a:extLst>
              <a:ext uri="{FF2B5EF4-FFF2-40B4-BE49-F238E27FC236}">
                <a16:creationId xmlns:a16="http://schemas.microsoft.com/office/drawing/2014/main" id="{4D5D88E9-15CA-9E05-DB2B-2AEDB787FBC0}"/>
              </a:ext>
            </a:extLst>
          </p:cNvPr>
          <p:cNvSpPr txBox="1"/>
          <p:nvPr/>
        </p:nvSpPr>
        <p:spPr>
          <a:xfrm>
            <a:off x="7772400" y="2543147"/>
            <a:ext cx="22860000" cy="923333"/>
          </a:xfrm>
          <a:prstGeom prst="rect">
            <a:avLst/>
          </a:prstGeom>
          <a:no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5400" b="0" i="0" u="none" strike="noStrike" kern="1200" cap="none" spc="0" baseline="0">
                <a:solidFill>
                  <a:srgbClr val="000000"/>
                </a:solidFill>
                <a:uFillTx/>
                <a:latin typeface="Calibri"/>
                <a:ea typeface="Calibri"/>
                <a:cs typeface="Calibri"/>
              </a:rPr>
              <a:t>Austin Rowland, Elizabeth Rowland, Skyler Yarbrough, Dhruv Zaver</a:t>
            </a:r>
            <a:endParaRPr lang="en-US" sz="5400" b="0" i="0" u="none" strike="noStrike" kern="1200" cap="none" spc="0" baseline="0">
              <a:solidFill>
                <a:srgbClr val="000000"/>
              </a:solidFill>
              <a:uFillTx/>
              <a:latin typeface="Calibri"/>
            </a:endParaRPr>
          </a:p>
        </p:txBody>
      </p:sp>
      <p:sp>
        <p:nvSpPr>
          <p:cNvPr id="6" name="TextBox 32">
            <a:extLst>
              <a:ext uri="{FF2B5EF4-FFF2-40B4-BE49-F238E27FC236}">
                <a16:creationId xmlns:a16="http://schemas.microsoft.com/office/drawing/2014/main" id="{588D4850-FDB7-D019-DBFF-1BBA49782E5E}"/>
              </a:ext>
            </a:extLst>
          </p:cNvPr>
          <p:cNvSpPr txBox="1"/>
          <p:nvPr/>
        </p:nvSpPr>
        <p:spPr>
          <a:xfrm>
            <a:off x="7772400" y="3730139"/>
            <a:ext cx="22860000" cy="923333"/>
          </a:xfrm>
          <a:prstGeom prst="rect">
            <a:avLst/>
          </a:prstGeom>
          <a:no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5400" b="0" i="0" u="none" strike="noStrike" kern="1200" cap="none" spc="0" baseline="0">
                <a:solidFill>
                  <a:srgbClr val="000000"/>
                </a:solidFill>
                <a:uFillTx/>
                <a:latin typeface="Calibri"/>
              </a:rPr>
              <a:t>Dept. Of Computer Science and Information Technology</a:t>
            </a:r>
          </a:p>
        </p:txBody>
      </p:sp>
      <p:sp>
        <p:nvSpPr>
          <p:cNvPr id="7" name="Rectangle 14">
            <a:extLst>
              <a:ext uri="{FF2B5EF4-FFF2-40B4-BE49-F238E27FC236}">
                <a16:creationId xmlns:a16="http://schemas.microsoft.com/office/drawing/2014/main" id="{296D87CC-4281-4B3C-AE23-BCD1C0E34EB1}"/>
              </a:ext>
            </a:extLst>
          </p:cNvPr>
          <p:cNvSpPr/>
          <p:nvPr/>
        </p:nvSpPr>
        <p:spPr>
          <a:xfrm>
            <a:off x="0" y="0"/>
            <a:ext cx="38404800" cy="548640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7258" b="0" i="0" u="none" strike="noStrike" kern="1200" cap="none" spc="0" baseline="0">
              <a:solidFill>
                <a:srgbClr val="FFFFFF"/>
              </a:solidFill>
              <a:uFillTx/>
              <a:latin typeface="Calibri"/>
            </a:endParaRPr>
          </a:p>
        </p:txBody>
      </p:sp>
      <p:pic>
        <p:nvPicPr>
          <p:cNvPr id="8" name="Picture 18" descr="Logo&#10;&#10;Description automatically generated">
            <a:extLst>
              <a:ext uri="{FF2B5EF4-FFF2-40B4-BE49-F238E27FC236}">
                <a16:creationId xmlns:a16="http://schemas.microsoft.com/office/drawing/2014/main" id="{0718AD8A-0F0C-B12F-4F5D-130ECD16C831}"/>
              </a:ext>
            </a:extLst>
          </p:cNvPr>
          <p:cNvPicPr>
            <a:picLocks noChangeAspect="1"/>
          </p:cNvPicPr>
          <p:nvPr/>
        </p:nvPicPr>
        <p:blipFill>
          <a:blip r:embed="rId3"/>
          <a:stretch>
            <a:fillRect/>
          </a:stretch>
        </p:blipFill>
        <p:spPr>
          <a:xfrm>
            <a:off x="1371600" y="914400"/>
            <a:ext cx="6126480" cy="3658871"/>
          </a:xfrm>
          <a:prstGeom prst="rect">
            <a:avLst/>
          </a:prstGeom>
          <a:noFill/>
          <a:ln cap="flat">
            <a:noFill/>
          </a:ln>
        </p:spPr>
      </p:pic>
      <p:sp>
        <p:nvSpPr>
          <p:cNvPr id="9" name="TextBox 49">
            <a:extLst>
              <a:ext uri="{FF2B5EF4-FFF2-40B4-BE49-F238E27FC236}">
                <a16:creationId xmlns:a16="http://schemas.microsoft.com/office/drawing/2014/main" id="{F2A963C4-9EAB-98FE-1A40-D93A86012D13}"/>
              </a:ext>
            </a:extLst>
          </p:cNvPr>
          <p:cNvSpPr txBox="1"/>
          <p:nvPr/>
        </p:nvSpPr>
        <p:spPr>
          <a:xfrm>
            <a:off x="21310695" y="21804553"/>
            <a:ext cx="7543800" cy="15265715"/>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a:solidFill>
                  <a:srgbClr val="000000"/>
                </a:solidFill>
                <a:uFillTx/>
                <a:latin typeface="Calibri"/>
              </a:rPr>
              <a:t> </a:t>
            </a:r>
            <a:r>
              <a:rPr lang="en-US" sz="3400" b="1" i="0" u="none" strike="noStrike" kern="1200" cap="none" spc="0" baseline="0">
                <a:solidFill>
                  <a:srgbClr val="000000"/>
                </a:solidFill>
                <a:uFillTx/>
                <a:latin typeface="Calibri"/>
                <a:ea typeface="Calibri"/>
                <a:cs typeface="Calibri"/>
              </a:rPr>
              <a:t>Frontend</a:t>
            </a:r>
            <a:endParaRPr lang="en-US" sz="7258" b="1" i="0" u="none" strike="noStrike" kern="1200" cap="none" spc="0" baseline="0">
              <a:solidFill>
                <a:srgbClr val="000000"/>
              </a:solidFill>
              <a:uFillTx/>
              <a:latin typeface="Calibri"/>
            </a:endParaRP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a:solidFill>
                  <a:srgbClr val="000000"/>
                </a:solidFill>
                <a:uFillTx/>
                <a:latin typeface="Calibri"/>
                <a:ea typeface="Calibri"/>
                <a:cs typeface="Calibri"/>
              </a:rPr>
              <a:t>The web application was developed using React.js, a JavaScript library for building dynamic and responsive user interfaces through a component-based architecture. By utilizing the Next.js framework for server-side rendering and API routing, improved performance and simple communication with the backend could be achieved. The application used the programming languages TypeScript and CSS to create a clean, responsive, and maintainable UI.</a:t>
            </a: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none" strike="noStrike" kern="1200" cap="none" spc="0" baseline="0">
                <a:solidFill>
                  <a:srgbClr val="000000"/>
                </a:solidFill>
                <a:uFillTx/>
                <a:latin typeface="Calibri"/>
                <a:ea typeface="Calibri"/>
                <a:cs typeface="Calibri"/>
              </a:rPr>
              <a:t>Backend</a:t>
            </a: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a:solidFill>
                  <a:srgbClr val="000000"/>
                </a:solidFill>
                <a:uFillTx/>
                <a:latin typeface="Calibri"/>
                <a:ea typeface="Calibri"/>
                <a:cs typeface="Calibri"/>
              </a:rPr>
              <a:t>The backend is powered by Supabase, which serves as the central database and handles user authentication as well as account management, while also storing the tracking data of their media. This allows for efficient storage and retrieval of user information.</a:t>
            </a: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none" strike="noStrike" kern="1200" cap="none" spc="0" baseline="0">
                <a:solidFill>
                  <a:srgbClr val="000000"/>
                </a:solidFill>
                <a:uFillTx/>
                <a:latin typeface="Calibri"/>
                <a:ea typeface="Calibri"/>
                <a:cs typeface="Calibri"/>
              </a:rPr>
              <a:t>Data Sources and Hosting</a:t>
            </a: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a:solidFill>
                  <a:srgbClr val="000000"/>
                </a:solidFill>
                <a:uFillTx/>
                <a:latin typeface="Calibri"/>
                <a:ea typeface="Calibri"/>
                <a:cs typeface="Calibri"/>
              </a:rPr>
              <a:t>All media titles displayed on the platform are retrieved from trusted external sources to ensure accuracy and consistency with existing tracking services (see Figure 3). The application is deployed using Vercel, which provides secure hosting and integrates well with Next.js.</a:t>
            </a:r>
          </a:p>
        </p:txBody>
      </p:sp>
      <p:sp>
        <p:nvSpPr>
          <p:cNvPr id="10" name="TextBox 50">
            <a:extLst>
              <a:ext uri="{FF2B5EF4-FFF2-40B4-BE49-F238E27FC236}">
                <a16:creationId xmlns:a16="http://schemas.microsoft.com/office/drawing/2014/main" id="{FB594982-ABC1-CF17-4721-227CA3A47E53}"/>
              </a:ext>
            </a:extLst>
          </p:cNvPr>
          <p:cNvSpPr txBox="1"/>
          <p:nvPr/>
        </p:nvSpPr>
        <p:spPr>
          <a:xfrm>
            <a:off x="21310695" y="20890153"/>
            <a:ext cx="7543800" cy="914400"/>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BB1C3F"/>
                </a:solidFill>
                <a:uFillTx/>
                <a:latin typeface="Calibri"/>
              </a:rPr>
              <a:t>Technology</a:t>
            </a:r>
          </a:p>
        </p:txBody>
      </p:sp>
      <p:sp>
        <p:nvSpPr>
          <p:cNvPr id="11" name="TextBox 51">
            <a:extLst>
              <a:ext uri="{FF2B5EF4-FFF2-40B4-BE49-F238E27FC236}">
                <a16:creationId xmlns:a16="http://schemas.microsoft.com/office/drawing/2014/main" id="{3A403630-49C2-B5DF-6AFB-21BDF66C8B6D}"/>
              </a:ext>
            </a:extLst>
          </p:cNvPr>
          <p:cNvSpPr txBox="1"/>
          <p:nvPr/>
        </p:nvSpPr>
        <p:spPr>
          <a:xfrm>
            <a:off x="29487443" y="7487088"/>
            <a:ext cx="7543800" cy="18405034"/>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a:solidFill>
                  <a:srgbClr val="000000"/>
                </a:solidFill>
                <a:uFillTx/>
                <a:latin typeface="Calibri"/>
                <a:ea typeface="Calibri"/>
                <a:cs typeface="Calibri"/>
              </a:rPr>
              <a:t>The website is divided into three primary categories: tracking media, discovering new media, and staying up to date with releases and activity.</a:t>
            </a: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0" u="none" strike="noStrike" kern="1200" cap="none" spc="0" baseline="0">
              <a:solidFill>
                <a:srgbClr val="000000"/>
              </a:solidFill>
              <a:uFillTx/>
              <a:latin typeface="Calibri"/>
              <a:ea typeface="Calibri"/>
              <a:cs typeface="Calibri"/>
            </a:endParaRP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a:solidFill>
                  <a:srgbClr val="000000"/>
                </a:solidFill>
                <a:uFillTx/>
                <a:latin typeface="Calibri"/>
                <a:ea typeface="Calibri"/>
                <a:cs typeface="Calibri"/>
              </a:rPr>
              <a:t>The tracking page serves as the core of the platform. This is where users can customize their profile to add personality, view and edit the various media they have followed,  and assign their favorites in a podium-style ranking system displayed on their profile. Other users’ tracking pages can also be viewed, so friends can share their latest activity with one another.</a:t>
            </a: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0" u="none" strike="noStrike" kern="1200" cap="none" spc="0" baseline="0">
              <a:solidFill>
                <a:srgbClr val="000000"/>
              </a:solidFill>
              <a:uFillTx/>
              <a:latin typeface="Calibri"/>
              <a:ea typeface="Calibri"/>
              <a:cs typeface="Calibri"/>
            </a:endParaRP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a:solidFill>
                  <a:srgbClr val="000000"/>
                </a:solidFill>
                <a:uFillTx/>
                <a:latin typeface="Calibri"/>
                <a:ea typeface="Calibri"/>
                <a:cs typeface="Calibri"/>
              </a:rPr>
              <a:t>To support content discovery, the platform highlights popular movies, games, television shows, and books on the landing page, based on engagement from other UrMedia users. Additionally, the site features a filtered search function that enables users to locate specific titles they wish to add to their list.</a:t>
            </a: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0" u="none" strike="noStrike" kern="1200" cap="none" spc="0" baseline="0">
              <a:solidFill>
                <a:srgbClr val="000000"/>
              </a:solidFill>
              <a:uFillTx/>
              <a:latin typeface="Calibri"/>
              <a:ea typeface="Calibri"/>
              <a:cs typeface="Calibri"/>
            </a:endParaRP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a:solidFill>
                  <a:srgbClr val="000000"/>
                </a:solidFill>
                <a:uFillTx/>
                <a:latin typeface="Calibri"/>
                <a:ea typeface="Calibri"/>
                <a:cs typeface="Calibri"/>
              </a:rPr>
              <a:t>Following updates on shows, games, and friend activity is important to enthusiasts, so UrMedia provides dedicated tabs, including the countdown tab and the friends tab. The countdown tab displays upcoming releases from a user’s planned list, so they never miss a release. The friends tab shows recent activity from connected users, encouraging a more community-driven experience.</a:t>
            </a:r>
          </a:p>
        </p:txBody>
      </p:sp>
      <p:sp>
        <p:nvSpPr>
          <p:cNvPr id="12" name="TextBox 52">
            <a:extLst>
              <a:ext uri="{FF2B5EF4-FFF2-40B4-BE49-F238E27FC236}">
                <a16:creationId xmlns:a16="http://schemas.microsoft.com/office/drawing/2014/main" id="{AB9E9E4B-6F8F-5A9B-B524-29E230072D2E}"/>
              </a:ext>
            </a:extLst>
          </p:cNvPr>
          <p:cNvSpPr txBox="1"/>
          <p:nvPr/>
        </p:nvSpPr>
        <p:spPr>
          <a:xfrm>
            <a:off x="29487443" y="6397343"/>
            <a:ext cx="7543800" cy="830997"/>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BB1C3F"/>
                </a:solidFill>
                <a:uFillTx/>
                <a:latin typeface="Calibri"/>
              </a:rPr>
              <a:t>Design</a:t>
            </a:r>
          </a:p>
        </p:txBody>
      </p:sp>
      <p:sp>
        <p:nvSpPr>
          <p:cNvPr id="13" name="TextBox 62">
            <a:extLst>
              <a:ext uri="{FF2B5EF4-FFF2-40B4-BE49-F238E27FC236}">
                <a16:creationId xmlns:a16="http://schemas.microsoft.com/office/drawing/2014/main" id="{FF6F4253-1963-D398-42A8-25C547745DDC}"/>
              </a:ext>
            </a:extLst>
          </p:cNvPr>
          <p:cNvSpPr txBox="1"/>
          <p:nvPr/>
        </p:nvSpPr>
        <p:spPr>
          <a:xfrm>
            <a:off x="1449836" y="35675809"/>
            <a:ext cx="18568830" cy="1138775"/>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none" strike="noStrike" kern="1200" cap="none" spc="0" baseline="0">
                <a:solidFill>
                  <a:srgbClr val="BB1C3F"/>
                </a:solidFill>
                <a:uFillTx/>
                <a:latin typeface="Calibri"/>
              </a:rPr>
              <a:t>Figure 1: </a:t>
            </a:r>
            <a:r>
              <a:rPr lang="en-US" sz="3400" b="0" i="0" u="none" strike="noStrike" kern="1200" cap="none" spc="0" baseline="0">
                <a:solidFill>
                  <a:srgbClr val="000000"/>
                </a:solidFill>
                <a:uFillTx/>
                <a:latin typeface="Calibri"/>
              </a:rPr>
              <a:t>The profile page includes user dashboard, podiums for the user's top-rated media, and the collection of media that the user has added to their list. </a:t>
            </a:r>
            <a:endParaRPr lang="en-US" sz="3400" b="0" i="0" u="none" strike="noStrike" kern="1200" cap="none" spc="0" baseline="0">
              <a:solidFill>
                <a:srgbClr val="000000"/>
              </a:solidFill>
              <a:uFillTx/>
              <a:latin typeface="Calibri"/>
              <a:ea typeface="Calibri"/>
              <a:cs typeface="Calibri"/>
            </a:endParaRPr>
          </a:p>
        </p:txBody>
      </p:sp>
      <p:sp>
        <p:nvSpPr>
          <p:cNvPr id="14" name="TextBox 63">
            <a:extLst>
              <a:ext uri="{FF2B5EF4-FFF2-40B4-BE49-F238E27FC236}">
                <a16:creationId xmlns:a16="http://schemas.microsoft.com/office/drawing/2014/main" id="{E5F436ED-1BFD-5714-45EF-409A7870E8C3}"/>
              </a:ext>
            </a:extLst>
          </p:cNvPr>
          <p:cNvSpPr txBox="1"/>
          <p:nvPr/>
        </p:nvSpPr>
        <p:spPr>
          <a:xfrm>
            <a:off x="1371600" y="15739393"/>
            <a:ext cx="4169197" cy="7417411"/>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none" strike="noStrike" kern="1200" cap="none" spc="0" baseline="0">
                <a:solidFill>
                  <a:srgbClr val="BB1C3F"/>
                </a:solidFill>
                <a:uFillTx/>
                <a:latin typeface="Calibri"/>
              </a:rPr>
              <a:t>Figure 2: </a:t>
            </a:r>
            <a:r>
              <a:rPr lang="en-US" sz="3400" b="0" i="0" u="none" strike="noStrike" kern="1200" cap="none" spc="0" baseline="0">
                <a:solidFill>
                  <a:srgbClr val="000000"/>
                </a:solidFill>
                <a:uFillTx/>
                <a:latin typeface="Calibri"/>
              </a:rPr>
              <a:t>When the user selects a desired piece of media, a new screen appears. From here,  the user can read all about the piece to find out if they want to track it. If the entry is what they are looking for, they have many options to customize how they would like to track the entry.</a:t>
            </a:r>
            <a:endParaRPr lang="en-US" sz="3400" b="0" i="0" u="none" strike="noStrike" kern="1200" cap="none" spc="0" baseline="0">
              <a:solidFill>
                <a:srgbClr val="000000"/>
              </a:solidFill>
              <a:uFillTx/>
              <a:latin typeface="Calibri"/>
              <a:ea typeface="Calibri"/>
              <a:cs typeface="Calibri"/>
            </a:endParaRPr>
          </a:p>
        </p:txBody>
      </p:sp>
      <p:sp>
        <p:nvSpPr>
          <p:cNvPr id="15" name="TextBox 65">
            <a:extLst>
              <a:ext uri="{FF2B5EF4-FFF2-40B4-BE49-F238E27FC236}">
                <a16:creationId xmlns:a16="http://schemas.microsoft.com/office/drawing/2014/main" id="{348B7A3E-F653-E5F6-F51A-D57D44DC83EE}"/>
              </a:ext>
            </a:extLst>
          </p:cNvPr>
          <p:cNvSpPr txBox="1"/>
          <p:nvPr/>
        </p:nvSpPr>
        <p:spPr>
          <a:xfrm>
            <a:off x="21277045" y="17618467"/>
            <a:ext cx="7543800" cy="2708434"/>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none" strike="noStrike" kern="1200" cap="none" spc="0" baseline="0">
                <a:solidFill>
                  <a:srgbClr val="BB1C3F"/>
                </a:solidFill>
                <a:uFillTx/>
                <a:latin typeface="Calibri"/>
              </a:rPr>
              <a:t>Figure 3: </a:t>
            </a:r>
            <a:r>
              <a:rPr lang="en-US" sz="3400" b="0" i="0" u="none" strike="noStrike" kern="1200" cap="none" spc="0" baseline="0">
                <a:solidFill>
                  <a:srgbClr val="000000"/>
                </a:solidFill>
                <a:uFillTx/>
                <a:latin typeface="Calibri"/>
              </a:rPr>
              <a:t>This UML diagram visualizes the flow of data from the larger, pre-existing databases like TMDB, to UrMedia's website page, to the local database that stores user data.</a:t>
            </a:r>
            <a:endParaRPr lang="en-US" sz="3400" b="0" i="0" u="none" strike="noStrike" kern="1200" cap="none" spc="0" baseline="0">
              <a:solidFill>
                <a:srgbClr val="000000"/>
              </a:solidFill>
              <a:uFillTx/>
              <a:latin typeface="Calibri"/>
              <a:ea typeface="Calibri"/>
              <a:cs typeface="Calibri"/>
            </a:endParaRPr>
          </a:p>
        </p:txBody>
      </p:sp>
      <p:sp>
        <p:nvSpPr>
          <p:cNvPr id="16" name="TextBox 66">
            <a:extLst>
              <a:ext uri="{FF2B5EF4-FFF2-40B4-BE49-F238E27FC236}">
                <a16:creationId xmlns:a16="http://schemas.microsoft.com/office/drawing/2014/main" id="{D7B98121-E5A7-120D-0526-D3748DC90161}"/>
              </a:ext>
            </a:extLst>
          </p:cNvPr>
          <p:cNvSpPr txBox="1"/>
          <p:nvPr/>
        </p:nvSpPr>
        <p:spPr>
          <a:xfrm>
            <a:off x="29489400" y="26561235"/>
            <a:ext cx="7543800" cy="914400"/>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BB1C3F"/>
                </a:solidFill>
                <a:uFillTx/>
                <a:latin typeface="Calibri"/>
              </a:rPr>
              <a:t>References</a:t>
            </a:r>
          </a:p>
        </p:txBody>
      </p:sp>
      <p:sp>
        <p:nvSpPr>
          <p:cNvPr id="17" name="TextBox 70">
            <a:extLst>
              <a:ext uri="{FF2B5EF4-FFF2-40B4-BE49-F238E27FC236}">
                <a16:creationId xmlns:a16="http://schemas.microsoft.com/office/drawing/2014/main" id="{5112D623-78B4-EFCD-3BCB-0F16956A35C1}"/>
              </a:ext>
            </a:extLst>
          </p:cNvPr>
          <p:cNvSpPr txBox="1"/>
          <p:nvPr/>
        </p:nvSpPr>
        <p:spPr>
          <a:xfrm>
            <a:off x="29489400" y="27472590"/>
            <a:ext cx="7543800" cy="4524314"/>
          </a:xfrm>
          <a:prstGeom prst="rect">
            <a:avLst/>
          </a:prstGeom>
          <a:solidFill>
            <a:srgbClr val="FFFFFF"/>
          </a:solidFill>
          <a:ln cap="flat">
            <a:noFill/>
          </a:ln>
        </p:spPr>
        <p:txBody>
          <a:bodyPr vert="horz" wrap="square" lIns="91440" tIns="45720" rIns="91440" bIns="45720" anchor="t" anchorCtr="0" compatLnSpc="1">
            <a:spAutoFit/>
          </a:bodyPr>
          <a:lstStyle/>
          <a:p>
            <a:pPr marL="514350" marR="0" lvl="0" indent="-514350" algn="just" defTabSz="368686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r>
              <a:rPr lang="en-US" sz="3200" b="0" i="0" u="none" strike="noStrike" kern="1200" cap="none" spc="0" baseline="0">
                <a:solidFill>
                  <a:srgbClr val="000000"/>
                </a:solidFill>
                <a:uFillTx/>
                <a:latin typeface="Calibri"/>
              </a:rPr>
              <a:t>Lorem ipsum dolor sit amet, consectetur adipiscing elit. </a:t>
            </a:r>
          </a:p>
          <a:p>
            <a:pPr marL="514350" marR="0" lvl="0" indent="-514350" algn="just" defTabSz="368686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r>
              <a:rPr lang="en-US" sz="3200" b="0" i="0" u="none" strike="noStrike" kern="1200" cap="none" spc="0" baseline="0">
                <a:solidFill>
                  <a:srgbClr val="000000"/>
                </a:solidFill>
                <a:uFillTx/>
                <a:latin typeface="Calibri"/>
              </a:rPr>
              <a:t>Aliquam hendrerit laoreet ante eget commodo. </a:t>
            </a:r>
          </a:p>
          <a:p>
            <a:pPr marL="514350" marR="0" lvl="0" indent="-514350" algn="just" defTabSz="368686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r>
              <a:rPr lang="en-US" sz="3200" b="0" i="0" u="none" strike="noStrike" kern="1200" cap="none" spc="0" baseline="0">
                <a:solidFill>
                  <a:srgbClr val="000000"/>
                </a:solidFill>
                <a:uFillTx/>
                <a:latin typeface="Calibri"/>
              </a:rPr>
              <a:t>Aliquam erat volutpat. Curabitur nunc nibh, luctus quis eros vel, aliquet laoreet urna. </a:t>
            </a:r>
          </a:p>
          <a:p>
            <a:pPr marL="514350" marR="0" lvl="0" indent="-514350" algn="just" defTabSz="3686860" rtl="0" fontAlgn="auto" hangingPunct="1">
              <a:lnSpc>
                <a:spcPct val="100000"/>
              </a:lnSpc>
              <a:spcBef>
                <a:spcPts val="0"/>
              </a:spcBef>
              <a:spcAft>
                <a:spcPts val="0"/>
              </a:spcAft>
              <a:buSzPct val="100000"/>
              <a:buAutoNum type="arabicPeriod"/>
              <a:tabLst/>
              <a:defRPr sz="1800" b="0" i="0" u="none" strike="noStrike" kern="0" cap="none" spc="0" baseline="0">
                <a:solidFill>
                  <a:srgbClr val="000000"/>
                </a:solidFill>
                <a:uFillTx/>
              </a:defRPr>
            </a:pPr>
            <a:r>
              <a:rPr lang="en-US" sz="3200" b="0" i="0" u="none" strike="noStrike" kern="1200" cap="none" spc="0" baseline="0">
                <a:solidFill>
                  <a:srgbClr val="000000"/>
                </a:solidFill>
                <a:uFillTx/>
                <a:latin typeface="Calibri"/>
              </a:rPr>
              <a:t>Aliquam erat volutpat. Mauris ultrices mi id erat efficitur, at mattis lorem mattis. </a:t>
            </a:r>
          </a:p>
        </p:txBody>
      </p:sp>
      <p:sp>
        <p:nvSpPr>
          <p:cNvPr id="18" name="TextBox 71">
            <a:extLst>
              <a:ext uri="{FF2B5EF4-FFF2-40B4-BE49-F238E27FC236}">
                <a16:creationId xmlns:a16="http://schemas.microsoft.com/office/drawing/2014/main" id="{BDE9A46F-C45D-CB1C-E60D-E28C03ED3F87}"/>
              </a:ext>
            </a:extLst>
          </p:cNvPr>
          <p:cNvSpPr txBox="1"/>
          <p:nvPr/>
        </p:nvSpPr>
        <p:spPr>
          <a:xfrm>
            <a:off x="29489400" y="32497776"/>
            <a:ext cx="7543800" cy="914400"/>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BB1C3F"/>
                </a:solidFill>
                <a:uFillTx/>
                <a:latin typeface="Calibri"/>
              </a:rPr>
              <a:t>Acknowledgements</a:t>
            </a:r>
          </a:p>
        </p:txBody>
      </p:sp>
      <p:sp>
        <p:nvSpPr>
          <p:cNvPr id="19" name="TextBox 73">
            <a:extLst>
              <a:ext uri="{FF2B5EF4-FFF2-40B4-BE49-F238E27FC236}">
                <a16:creationId xmlns:a16="http://schemas.microsoft.com/office/drawing/2014/main" id="{81E2F74E-2CCD-8AF9-5540-B5A59ABA4A43}"/>
              </a:ext>
            </a:extLst>
          </p:cNvPr>
          <p:cNvSpPr txBox="1"/>
          <p:nvPr/>
        </p:nvSpPr>
        <p:spPr>
          <a:xfrm>
            <a:off x="29413203" y="33371786"/>
            <a:ext cx="7618040" cy="3539432"/>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200" b="0" i="0" u="none" strike="noStrike" kern="1200" cap="none" spc="0" baseline="0">
                <a:solidFill>
                  <a:srgbClr val="000000"/>
                </a:solidFill>
                <a:uFillTx/>
                <a:latin typeface="Calibri"/>
              </a:rPr>
              <a:t>We would like to thank Dr. Karen Meisch for her support of students in the College of Science, Technology, Engineering &amp; Mathematics, and Dr. Leong Lee for his support of students in the Department of Computer Science and Information Technology.</a:t>
            </a:r>
          </a:p>
        </p:txBody>
      </p:sp>
      <p:pic>
        <p:nvPicPr>
          <p:cNvPr id="20" name="Picture 75" descr="A blue game controller next to a book&#10;&#10;AI-generated content may be incorrect.">
            <a:extLst>
              <a:ext uri="{FF2B5EF4-FFF2-40B4-BE49-F238E27FC236}">
                <a16:creationId xmlns:a16="http://schemas.microsoft.com/office/drawing/2014/main" id="{D2528E65-6A06-621F-B699-A44C6B3016C8}"/>
              </a:ext>
            </a:extLst>
          </p:cNvPr>
          <p:cNvPicPr>
            <a:picLocks noChangeAspect="1"/>
          </p:cNvPicPr>
          <p:nvPr/>
        </p:nvPicPr>
        <p:blipFill>
          <a:blip r:embed="rId4"/>
          <a:stretch>
            <a:fillRect/>
          </a:stretch>
        </p:blipFill>
        <p:spPr>
          <a:xfrm>
            <a:off x="29539993" y="935275"/>
            <a:ext cx="7491249" cy="4518553"/>
          </a:xfrm>
          <a:prstGeom prst="rect">
            <a:avLst/>
          </a:prstGeom>
          <a:noFill/>
          <a:ln cap="flat">
            <a:noFill/>
          </a:ln>
        </p:spPr>
      </p:pic>
      <p:cxnSp>
        <p:nvCxnSpPr>
          <p:cNvPr id="21" name="Straight Connector 77">
            <a:extLst>
              <a:ext uri="{FF2B5EF4-FFF2-40B4-BE49-F238E27FC236}">
                <a16:creationId xmlns:a16="http://schemas.microsoft.com/office/drawing/2014/main" id="{3CA1F8B3-E690-26FB-2C37-BD3A8A3C2A57}"/>
              </a:ext>
            </a:extLst>
          </p:cNvPr>
          <p:cNvCxnSpPr/>
          <p:nvPr/>
        </p:nvCxnSpPr>
        <p:spPr>
          <a:xfrm>
            <a:off x="1371600" y="5715000"/>
            <a:ext cx="35661600" cy="0"/>
          </a:xfrm>
          <a:prstGeom prst="straightConnector1">
            <a:avLst/>
          </a:prstGeom>
          <a:noFill/>
          <a:ln w="63495" cap="flat">
            <a:solidFill>
              <a:srgbClr val="000000"/>
            </a:solidFill>
            <a:prstDash val="solid"/>
            <a:miter/>
          </a:ln>
        </p:spPr>
      </p:cxnSp>
      <p:pic>
        <p:nvPicPr>
          <p:cNvPr id="22" name="Picture 4" descr="A screenshot of a video game&#10;&#10;AI-generated content may be incorrect.">
            <a:extLst>
              <a:ext uri="{FF2B5EF4-FFF2-40B4-BE49-F238E27FC236}">
                <a16:creationId xmlns:a16="http://schemas.microsoft.com/office/drawing/2014/main" id="{7316EC7A-6E7B-51FB-CC05-A7DA4534261D}"/>
              </a:ext>
            </a:extLst>
          </p:cNvPr>
          <p:cNvPicPr>
            <a:picLocks noChangeAspect="1"/>
          </p:cNvPicPr>
          <p:nvPr/>
        </p:nvPicPr>
        <p:blipFill>
          <a:blip r:embed="rId5"/>
          <a:stretch>
            <a:fillRect/>
          </a:stretch>
        </p:blipFill>
        <p:spPr>
          <a:xfrm>
            <a:off x="1447796" y="25113154"/>
            <a:ext cx="18766935" cy="10101660"/>
          </a:xfrm>
          <a:prstGeom prst="rect">
            <a:avLst/>
          </a:prstGeom>
          <a:noFill/>
          <a:ln cap="flat">
            <a:noFill/>
          </a:ln>
        </p:spPr>
      </p:pic>
      <p:pic>
        <p:nvPicPr>
          <p:cNvPr id="23" name="Picture 5" descr="A screenshot of a video game&#10;&#10;AI-generated content may be incorrect.">
            <a:extLst>
              <a:ext uri="{FF2B5EF4-FFF2-40B4-BE49-F238E27FC236}">
                <a16:creationId xmlns:a16="http://schemas.microsoft.com/office/drawing/2014/main" id="{62AE34C8-7C2C-AE09-75D2-B13E29E42105}"/>
              </a:ext>
            </a:extLst>
          </p:cNvPr>
          <p:cNvPicPr>
            <a:picLocks noChangeAspect="1"/>
          </p:cNvPicPr>
          <p:nvPr/>
        </p:nvPicPr>
        <p:blipFill>
          <a:blip r:embed="rId6"/>
          <a:srcRect l="3804" t="6219" r="3562" b="9190"/>
          <a:stretch>
            <a:fillRect/>
          </a:stretch>
        </p:blipFill>
        <p:spPr>
          <a:xfrm>
            <a:off x="6221806" y="15732517"/>
            <a:ext cx="13992926" cy="7863840"/>
          </a:xfrm>
          <a:prstGeom prst="rect">
            <a:avLst/>
          </a:prstGeom>
          <a:noFill/>
          <a:ln cap="flat">
            <a:noFill/>
          </a:ln>
        </p:spPr>
      </p:pic>
      <p:pic>
        <p:nvPicPr>
          <p:cNvPr id="24" name="Picture 1" descr="A diagram of several cylinders&#10;&#10;AI-generated content may be incorrect.">
            <a:extLst>
              <a:ext uri="{FF2B5EF4-FFF2-40B4-BE49-F238E27FC236}">
                <a16:creationId xmlns:a16="http://schemas.microsoft.com/office/drawing/2014/main" id="{B9171675-D874-85D7-0BC3-BEA138EE1EBA}"/>
              </a:ext>
            </a:extLst>
          </p:cNvPr>
          <p:cNvPicPr>
            <a:picLocks noChangeAspect="1"/>
          </p:cNvPicPr>
          <p:nvPr/>
        </p:nvPicPr>
        <p:blipFill>
          <a:blip r:embed="rId7"/>
          <a:stretch>
            <a:fillRect/>
          </a:stretch>
        </p:blipFill>
        <p:spPr>
          <a:xfrm>
            <a:off x="19066337" y="7231797"/>
            <a:ext cx="9039849" cy="9825648"/>
          </a:xfrm>
          <a:prstGeom prst="rect">
            <a:avLst/>
          </a:prstGeom>
          <a:noFill/>
          <a:ln cap="flat">
            <a:noFill/>
          </a:ln>
        </p:spPr>
      </p:pic>
      <p:sp>
        <p:nvSpPr>
          <p:cNvPr id="25" name="TextBox 15">
            <a:extLst>
              <a:ext uri="{FF2B5EF4-FFF2-40B4-BE49-F238E27FC236}">
                <a16:creationId xmlns:a16="http://schemas.microsoft.com/office/drawing/2014/main" id="{F519B11B-3307-89E0-C01E-9F338233DD44}"/>
              </a:ext>
            </a:extLst>
          </p:cNvPr>
          <p:cNvSpPr txBox="1"/>
          <p:nvPr/>
        </p:nvSpPr>
        <p:spPr>
          <a:xfrm>
            <a:off x="9970919" y="7362236"/>
            <a:ext cx="7666101" cy="7848304"/>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0" i="0" u="none" strike="noStrike" kern="1200" cap="none" spc="0" baseline="0">
                <a:solidFill>
                  <a:srgbClr val="000000"/>
                </a:solidFill>
                <a:uFillTx/>
                <a:latin typeface="Calibri"/>
              </a:rPr>
              <a:t>Enthusiasts of various forms of media - including movies, books, video games, and television shows - often rely on multiple platforms and accounts to track their entertainment. This fragmented experience makes it difficult to organize content, keep up with new releases, and engage with others in one centralized space. In addition, many legacy sites have dated user interfaces, highlighting the messy experience of using many different sites. As a result, users face unnecessary inefficiency when managing media consumption.</a:t>
            </a:r>
            <a:endParaRPr lang="en-US" sz="7250" b="0" i="0" u="none" strike="noStrike" kern="1200" cap="none" spc="0" baseline="0">
              <a:solidFill>
                <a:srgbClr val="000000"/>
              </a:solidFill>
              <a:uFillTx/>
              <a:latin typeface="Calibri"/>
              <a:ea typeface="Calibri"/>
              <a:cs typeface="Calibri"/>
            </a:endParaRPr>
          </a:p>
        </p:txBody>
      </p:sp>
      <p:sp>
        <p:nvSpPr>
          <p:cNvPr id="26" name="TextBox 41">
            <a:extLst>
              <a:ext uri="{FF2B5EF4-FFF2-40B4-BE49-F238E27FC236}">
                <a16:creationId xmlns:a16="http://schemas.microsoft.com/office/drawing/2014/main" id="{435A5123-54F4-2E9F-F93B-C12D068838D6}"/>
              </a:ext>
            </a:extLst>
          </p:cNvPr>
          <p:cNvSpPr txBox="1"/>
          <p:nvPr/>
        </p:nvSpPr>
        <p:spPr>
          <a:xfrm>
            <a:off x="9970919" y="6356597"/>
            <a:ext cx="7543800" cy="830997"/>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BB1C3F"/>
                </a:solidFill>
                <a:uFillTx/>
                <a:latin typeface="Calibri"/>
              </a:rPr>
              <a:t>Problem Statement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Office%20Theme</Template>
  <TotalTime>502</TotalTime>
  <Words>808</Words>
  <Application>Microsoft Office PowerPoint</Application>
  <PresentationFormat>Widescreen</PresentationFormat>
  <Paragraphs>33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Cruz, Diana</dc:creator>
  <cp:lastModifiedBy>Rowland, Austin</cp:lastModifiedBy>
  <cp:revision>415</cp:revision>
  <cp:lastPrinted>2016-07-13T23:56:52Z</cp:lastPrinted>
  <dcterms:created xsi:type="dcterms:W3CDTF">2016-06-13T20:02:52Z</dcterms:created>
  <dcterms:modified xsi:type="dcterms:W3CDTF">2026-04-02T17:03:42Z</dcterms:modified>
</cp:coreProperties>
</file>