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70" r:id="rId12"/>
    <p:sldId id="269" r:id="rId13"/>
    <p:sldId id="265" r:id="rId14"/>
    <p:sldId id="268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616D14-9BF4-5A6D-2C31-E69DD002DC17}" v="26" dt="2026-02-17T16:43:07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63699-46BC-405F-8D82-BEA18D84F058}" type="datetimeFigureOut"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8D23BA-B62B-4385-BAC4-3EDAF438F8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35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Calibri"/>
              <a:buChar char="-"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8D23BA-B62B-4385-BAC4-3EDAF438F8D6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41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650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267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552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92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94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70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41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673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62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4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931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28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697" r:id="rId4"/>
    <p:sldLayoutId id="2147483698" r:id="rId5"/>
    <p:sldLayoutId id="2147483703" r:id="rId6"/>
    <p:sldLayoutId id="2147483699" r:id="rId7"/>
    <p:sldLayoutId id="2147483700" r:id="rId8"/>
    <p:sldLayoutId id="2147483701" r:id="rId9"/>
    <p:sldLayoutId id="2147483702" r:id="rId10"/>
    <p:sldLayoutId id="2147483704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4E9EBB9-779B-A575-1487-BFBB48B8DE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47" r="9085" b="2101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12025B4-7337-735E-4DC9-E634D2011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20000"/>
                </a:schemeClr>
              </a:gs>
              <a:gs pos="26000">
                <a:schemeClr val="bg1">
                  <a:alpha val="7000"/>
                </a:schemeClr>
              </a:gs>
              <a:gs pos="100000">
                <a:schemeClr val="bg1">
                  <a:alpha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8910" y="978408"/>
            <a:ext cx="4795819" cy="3969960"/>
          </a:xfrm>
        </p:spPr>
        <p:txBody>
          <a:bodyPr anchor="t">
            <a:normAutofit/>
          </a:bodyPr>
          <a:lstStyle/>
          <a:p>
            <a:r>
              <a:rPr lang="en-US" sz="6600"/>
              <a:t>UrMedia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8910" y="4948369"/>
            <a:ext cx="4381634" cy="1157436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Austin Rowland, </a:t>
            </a:r>
            <a:r>
              <a:rPr lang="en-US" sz="2800" dirty="0">
                <a:latin typeface="Calibri"/>
                <a:ea typeface="Calibri"/>
                <a:cs typeface="Calibri"/>
              </a:rPr>
              <a:t>Elizabeth Rowland</a:t>
            </a:r>
            <a:r>
              <a:rPr lang="en-US" sz="2800" dirty="0"/>
              <a:t>, Skyler Yarbrough, and Dhruv Zaver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0CDACD-D191-E642-F686-FCB54B7E5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95702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4F60-CE5E-7A6F-D99F-ABFE47E2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84039"/>
            <a:ext cx="11155680" cy="1463040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F051A-B12F-B0AB-2B7E-BDADE6A75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D3388D-EB04-7FAB-8E68-DECC22FF8484}"/>
              </a:ext>
            </a:extLst>
          </p:cNvPr>
          <p:cNvSpPr txBox="1"/>
          <p:nvPr/>
        </p:nvSpPr>
        <p:spPr>
          <a:xfrm>
            <a:off x="520094" y="1957729"/>
            <a:ext cx="11154724" cy="454816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dirty="0"/>
              <a:t>On </a:t>
            </a:r>
            <a:r>
              <a:rPr lang="en-US" sz="2800" err="1"/>
              <a:t>UrMedia</a:t>
            </a:r>
            <a:r>
              <a:rPr lang="en-US" sz="2800" dirty="0"/>
              <a:t>, a user can log all the books, video games, anime, manga, and movies they consume in one place, write reviews, and follow the releases of their favorite upcoming series.</a:t>
            </a:r>
          </a:p>
          <a:p>
            <a:pPr algn="ctr">
              <a:lnSpc>
                <a:spcPct val="150000"/>
              </a:lnSpc>
            </a:pPr>
            <a:endParaRPr lang="en-US" sz="2800" dirty="0"/>
          </a:p>
          <a:p>
            <a:pPr algn="ctr">
              <a:lnSpc>
                <a:spcPct val="150000"/>
              </a:lnSpc>
            </a:pPr>
            <a:r>
              <a:rPr lang="en-US" sz="2800" dirty="0"/>
              <a:t> The customizable user dashboard will display relevant content, such as their “plan to watch” or “in-progress” lists, in a clean interface that removes the clutter found in most tracker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283795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FFD05A-D007-C87C-5070-F0067CA1C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Sign in/Sign up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5" name="Content Placeholder 4" descr="A drawing of a sign up&#10;&#10;AI-generated content may be incorrect.">
            <a:extLst>
              <a:ext uri="{FF2B5EF4-FFF2-40B4-BE49-F238E27FC236}">
                <a16:creationId xmlns:a16="http://schemas.microsoft.com/office/drawing/2014/main" id="{47996FF2-3399-9670-8272-2582420BF6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69988" y="2301192"/>
            <a:ext cx="6796048" cy="396218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5976D-1EE6-FFB0-62D3-779D727B57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517384" y="976376"/>
            <a:ext cx="4160520" cy="22707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/>
              <a:t>The page consists of one button for sign in, and one button for sign up</a:t>
            </a:r>
          </a:p>
          <a:p>
            <a:r>
              <a:rPr lang="en-US" sz="2800" dirty="0"/>
              <a:t>Google Authentication will be used for account creation and login</a:t>
            </a:r>
          </a:p>
        </p:txBody>
      </p:sp>
    </p:spTree>
    <p:extLst>
      <p:ext uri="{BB962C8B-B14F-4D97-AF65-F5344CB8AC3E}">
        <p14:creationId xmlns:p14="http://schemas.microsoft.com/office/powerpoint/2010/main" val="933793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082E5AA-6E5F-4FCC-8C41-11E32F833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DE66F-5CEF-2E04-D604-178FB3B2F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528" y="663448"/>
            <a:ext cx="5102352" cy="16642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Navigation Bar</a:t>
            </a:r>
            <a:endParaRPr lang="en-US" sz="5400" b="1" kern="1200">
              <a:latin typeface="+mj-lt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3D569D-D3A6-49CA-A483-291E95DAC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5622" y="612648"/>
            <a:ext cx="551383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Placeholder 12" descr="A blue and black rectangle with black text&#10;&#10;AI-generated content may be incorrect.">
            <a:extLst>
              <a:ext uri="{FF2B5EF4-FFF2-40B4-BE49-F238E27FC236}">
                <a16:creationId xmlns:a16="http://schemas.microsoft.com/office/drawing/2014/main" id="{EDEC5AB9-33CF-B0A1-641A-C70781BF90E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97" b="6349"/>
          <a:stretch>
            <a:fillRect/>
          </a:stretch>
        </p:blipFill>
        <p:spPr>
          <a:xfrm>
            <a:off x="237134" y="4444948"/>
            <a:ext cx="11779893" cy="221209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A059FB-D06F-A77A-BD14-F46E7D8E8D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53030" y="226568"/>
            <a:ext cx="5423274" cy="233262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114300"/>
            <a:endParaRPr lang="en-US" sz="2400" i="0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Each link will have an icon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Each icon will have a text label when hovered over with the cursor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80ED1-7FDC-B94C-8750-B330DF72492C}"/>
              </a:ext>
            </a:extLst>
          </p:cNvPr>
          <p:cNvSpPr txBox="1"/>
          <p:nvPr/>
        </p:nvSpPr>
        <p:spPr>
          <a:xfrm>
            <a:off x="543560" y="1719580"/>
            <a:ext cx="5577840" cy="26364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22860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400" dirty="0"/>
              <a:t>The website will have a global navigation bar that exists across all pages</a:t>
            </a:r>
          </a:p>
          <a:p>
            <a:pPr marL="342900" indent="-228600">
              <a:lnSpc>
                <a:spcPct val="110000"/>
              </a:lnSpc>
              <a:spcBef>
                <a:spcPts val="1000"/>
              </a:spcBef>
              <a:buFont typeface="Arial,Sans-Serif"/>
              <a:buChar char="•"/>
            </a:pPr>
            <a:r>
              <a:rPr lang="en-US" sz="2400" dirty="0"/>
              <a:t>It will have a link to the profile page, the media page, a catalog page, a search filter, and a search bar.</a:t>
            </a:r>
          </a:p>
        </p:txBody>
      </p:sp>
    </p:spTree>
    <p:extLst>
      <p:ext uri="{BB962C8B-B14F-4D97-AF65-F5344CB8AC3E}">
        <p14:creationId xmlns:p14="http://schemas.microsoft.com/office/powerpoint/2010/main" val="125353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7ED2D-3922-F4A6-4D09-16B9784B6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765048"/>
            <a:ext cx="3200400" cy="170078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kern="1200" dirty="0">
                <a:latin typeface="+mj-lt"/>
                <a:ea typeface="+mj-ea"/>
                <a:cs typeface="+mj-cs"/>
              </a:rPr>
              <a:t>Profile Page 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0B501A-D48F-1319-3B83-62FB2C623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2471928"/>
            <a:ext cx="3200400" cy="28163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The profile page shows user data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The settings button allows the user to edit their profile picture, bio, and more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Podiums display the user's highest rated games, but can be changed</a:t>
            </a:r>
          </a:p>
          <a:p>
            <a:pPr marL="4572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Both will pop out modals</a:t>
            </a:r>
          </a:p>
        </p:txBody>
      </p:sp>
      <p:pic>
        <p:nvPicPr>
          <p:cNvPr id="5" name="Picture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17DC320-8567-1ECE-FB7A-2CA2F0D04E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-143" r="472" b="-203"/>
          <a:stretch>
            <a:fillRect/>
          </a:stretch>
        </p:blipFill>
        <p:spPr>
          <a:xfrm>
            <a:off x="4082180" y="970929"/>
            <a:ext cx="7577303" cy="538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49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2D6701-6102-6FF4-8F85-B18F04BBF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672584" cy="17830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Profile Edit Modal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467258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759AF1ED-B4DF-4FC4-0966-1A758E6CA9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35582" y="611650"/>
            <a:ext cx="583387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77" name="Graphic 76" descr="User">
            <a:extLst>
              <a:ext uri="{FF2B5EF4-FFF2-40B4-BE49-F238E27FC236}">
                <a16:creationId xmlns:a16="http://schemas.microsoft.com/office/drawing/2014/main" id="{0A4903BE-8D28-A235-F5D4-55DF6308E6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3152503"/>
            <a:ext cx="3193501" cy="3193501"/>
          </a:xfrm>
          <a:prstGeom prst="rect">
            <a:avLst/>
          </a:prstGeom>
        </p:spPr>
      </p:pic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9632DC7-2F61-F5A4-4C91-A2E94FF258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843016" y="1033272"/>
            <a:ext cx="5833872" cy="53126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i="0" dirty="0"/>
              <a:t>In the edit modal, the user can: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2800" i="0" dirty="0"/>
              <a:t>Update unique </a:t>
            </a:r>
            <a:r>
              <a:rPr lang="en-US" sz="2800" dirty="0"/>
              <a:t>username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2800" dirty="0"/>
              <a:t>Update biography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2800" dirty="0"/>
              <a:t>Update profile picture</a:t>
            </a:r>
          </a:p>
          <a:p>
            <a:pPr marL="857250" lvl="1" indent="-228600">
              <a:buFont typeface="Arial" panose="020B0604020202020204" pitchFamily="34" charset="0"/>
              <a:buChar char="•"/>
            </a:pPr>
            <a:r>
              <a:rPr lang="en-US" sz="2800" dirty="0"/>
              <a:t>Add a birthday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i="0" dirty="0"/>
              <a:t>There will be a save changes button, and a cancel button</a:t>
            </a:r>
          </a:p>
        </p:txBody>
      </p:sp>
    </p:spTree>
    <p:extLst>
      <p:ext uri="{BB962C8B-B14F-4D97-AF65-F5344CB8AC3E}">
        <p14:creationId xmlns:p14="http://schemas.microsoft.com/office/powerpoint/2010/main" val="70070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3CCB1D-E505-3A7F-2CE7-A97E5DA15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Podium Modal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CC47FD-2E07-379D-3372-7608508B2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2090928"/>
            <a:ext cx="6263640" cy="37673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i="0" dirty="0"/>
              <a:t>If the user is not happy with the auto-populated data in a podium, they can edit it in this modal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i="0" dirty="0"/>
              <a:t>All media related to the podium's type will appear in the second half of the modal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800" i="0" dirty="0"/>
              <a:t>The user can drag and drop the desired media into each podium spot</a:t>
            </a:r>
          </a:p>
        </p:txBody>
      </p:sp>
      <p:pic>
        <p:nvPicPr>
          <p:cNvPr id="8" name="Graphic 7" descr="Star">
            <a:extLst>
              <a:ext uri="{FF2B5EF4-FFF2-40B4-BE49-F238E27FC236}">
                <a16:creationId xmlns:a16="http://schemas.microsoft.com/office/drawing/2014/main" id="{C69A5D54-06D4-0F31-250A-5FAB7F3C8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06492" y="976160"/>
            <a:ext cx="4364590" cy="4364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58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46DE93-84A3-611C-8310-B881D65F3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Lists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F6E1B-5933-DAFB-530F-659EB39AF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2045208"/>
            <a:ext cx="6263640" cy="43007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,Sans-Serif" panose="020B0604020202020204" pitchFamily="34" charset="0"/>
              <a:buChar char="•"/>
            </a:pPr>
            <a:r>
              <a:rPr lang="en-US" i="0" dirty="0"/>
              <a:t>Each list will be separated into media types</a:t>
            </a:r>
          </a:p>
          <a:p>
            <a:pPr marL="342900" indent="-228600">
              <a:buChar char="•"/>
            </a:pPr>
            <a:r>
              <a:rPr lang="en-US" i="0" dirty="0"/>
              <a:t>In the right-hand corner, each media will display the user rating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i="0" dirty="0"/>
              <a:t>The filter dropdown menu allows the user to filter by completed, in-progress, plan-to-complete, or dropped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i="0" dirty="0"/>
              <a:t>The list will be displayed from highest to lowest rating</a:t>
            </a:r>
          </a:p>
        </p:txBody>
      </p:sp>
      <p:pic>
        <p:nvPicPr>
          <p:cNvPr id="5" name="Picture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3FD1EBB2-CF07-E59D-CA32-4E48350D9EF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643" t="5455" r="34968" b="1818"/>
          <a:stretch>
            <a:fillRect/>
          </a:stretch>
        </p:blipFill>
        <p:spPr>
          <a:xfrm>
            <a:off x="7306492" y="1237417"/>
            <a:ext cx="4355662" cy="443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49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417B7F-3C2F-C0D6-AC50-F078BBAB0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kern="1200" dirty="0">
                <a:latin typeface="+mj-lt"/>
                <a:ea typeface="+mj-ea"/>
                <a:cs typeface="+mj-cs"/>
              </a:rPr>
              <a:t>Media Page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6DF925A9-CFA3-6DEE-2A3B-5EDD450AF60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6" b="96"/>
          <a:stretch>
            <a:fillRect/>
          </a:stretch>
        </p:blipFill>
        <p:spPr>
          <a:xfrm>
            <a:off x="176973" y="1972540"/>
            <a:ext cx="6371012" cy="4495936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F3ADF-3576-AA9F-5985-9456D302A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47104" y="1969008"/>
            <a:ext cx="5129784" cy="405079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media page will be the landing page for all users, with or without signing in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popular tab will show 5 pieces of media (for each category) that has been added by a lot of users on the website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Each piece of media can be added to the user's list by clicking the plus button</a:t>
            </a:r>
          </a:p>
        </p:txBody>
      </p:sp>
    </p:spTree>
    <p:extLst>
      <p:ext uri="{BB962C8B-B14F-4D97-AF65-F5344CB8AC3E}">
        <p14:creationId xmlns:p14="http://schemas.microsoft.com/office/powerpoint/2010/main" val="667754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75EAFFD-4A47-DD53-4F76-BD457E18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579A2-244D-B2D7-606F-1B3C72374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3448"/>
            <a:ext cx="3200400" cy="89814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b="1" kern="1200" dirty="0">
                <a:latin typeface="+mj-lt"/>
                <a:ea typeface="+mj-ea"/>
                <a:cs typeface="+mj-cs"/>
              </a:rPr>
              <a:t>Adding Media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CC1FECC-9CA4-341C-7E20-4728C5147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32B2B-F094-7396-2C7A-56BFE53F5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1842008"/>
            <a:ext cx="3200400" cy="281635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This modal will show more detail about the media, and the user can choose to add it to their list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The user can choose how much progress they made on this media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The user can rate it</a:t>
            </a:r>
          </a:p>
          <a:p>
            <a:pPr marL="342900" indent="-2286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i="0" dirty="0"/>
              <a:t>Other data that can be entered by the user changes depends on the type of media</a:t>
            </a:r>
          </a:p>
        </p:txBody>
      </p:sp>
      <p:pic>
        <p:nvPicPr>
          <p:cNvPr id="5" name="Picture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097A0810-F597-45BD-D21A-4AFA6CCD24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l="448" r="448"/>
          <a:stretch>
            <a:fillRect/>
          </a:stretch>
        </p:blipFill>
        <p:spPr>
          <a:xfrm>
            <a:off x="4136609" y="970929"/>
            <a:ext cx="7534183" cy="53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879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EC38958-9A69-239A-BA79-2AEC73345F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6A631-9962-F605-9405-FCF5F1565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3912" y="978408"/>
            <a:ext cx="5513832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Friend Activity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EC109E5-0396-8968-4F42-DFEC28036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8484" y="508090"/>
            <a:ext cx="5513832" cy="149279"/>
          </a:xfrm>
          <a:custGeom>
            <a:avLst/>
            <a:gdLst>
              <a:gd name="connsiteX0" fmla="*/ 0 w 6090847"/>
              <a:gd name="connsiteY0" fmla="*/ 0 h 149279"/>
              <a:gd name="connsiteX1" fmla="*/ 6090847 w 6090847"/>
              <a:gd name="connsiteY1" fmla="*/ 0 h 149279"/>
              <a:gd name="connsiteX2" fmla="*/ 6090847 w 6090847"/>
              <a:gd name="connsiteY2" fmla="*/ 149279 h 149279"/>
              <a:gd name="connsiteX3" fmla="*/ 0 w 6090847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0847" h="149279">
                <a:moveTo>
                  <a:pt x="0" y="0"/>
                </a:moveTo>
                <a:lnTo>
                  <a:pt x="6090847" y="0"/>
                </a:lnTo>
                <a:lnTo>
                  <a:pt x="6090847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D333B-BB50-2041-7014-202D5028D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53912" y="2578608"/>
            <a:ext cx="5513832" cy="37673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From this tab of the media page, users can search their friend's usernames and send friend requests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Incoming requests appear here as well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If the user has friends, their recently added media will populate the feed</a:t>
            </a:r>
          </a:p>
        </p:txBody>
      </p:sp>
      <p:pic>
        <p:nvPicPr>
          <p:cNvPr id="8" name="Picture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D41420B-3057-CA2D-475C-52F2C026A6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11" r="4611"/>
          <a:stretch>
            <a:fillRect/>
          </a:stretch>
        </p:blipFill>
        <p:spPr>
          <a:xfrm>
            <a:off x="517869" y="988066"/>
            <a:ext cx="5157193" cy="555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5472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F74A5-3963-2B5F-CA6D-13C242632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b="1" kern="1200" dirty="0">
                <a:latin typeface="+mj-lt"/>
                <a:ea typeface="+mj-ea"/>
                <a:cs typeface="+mj-cs"/>
              </a:rPr>
              <a:t>Countdowns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91F7F-346E-76CD-76CF-390875E247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1999488"/>
            <a:ext cx="6263640" cy="37673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countdown tab of the media page displays countdowns of new media that the user has interacted with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multiselect dropdown filter sorts by media type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dropdown filter sorts by all time, within 3 months, within the year, within the next couple years, and selecting a year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filters will apply after clicking the apply filter button</a:t>
            </a:r>
          </a:p>
        </p:txBody>
      </p:sp>
      <p:pic>
        <p:nvPicPr>
          <p:cNvPr id="8" name="Picture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83198A8B-9934-C654-09F0-7F05D74179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39" r="4639"/>
          <a:stretch>
            <a:fillRect/>
          </a:stretch>
        </p:blipFill>
        <p:spPr>
          <a:xfrm>
            <a:off x="6903721" y="976160"/>
            <a:ext cx="4756476" cy="527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322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083F47-750E-A41F-1E5A-EFB05450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EF92585-7A99-6108-9663-8C5903274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33FD3-7556-1C99-8C26-028BA49E99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b="1" kern="1200" dirty="0">
                <a:latin typeface="+mj-lt"/>
                <a:ea typeface="+mj-ea"/>
                <a:cs typeface="+mj-cs"/>
              </a:rPr>
              <a:t>Catalog Page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67F4F9-C3AE-9398-1D0E-CE9FDA6FBC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2233168"/>
            <a:ext cx="11155680" cy="376732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user can browse the full catalog of media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 search bar allows the user to look up specific media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There will be two filter options: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400" dirty="0"/>
              <a:t>A text field that allows the user to enter a release year</a:t>
            </a:r>
          </a:p>
          <a:p>
            <a:pPr marL="800100" lvl="1" indent="-228600">
              <a:buFont typeface="Arial" panose="020B0604020202020204" pitchFamily="34" charset="0"/>
              <a:buChar char="•"/>
            </a:pPr>
            <a:r>
              <a:rPr lang="en-US" sz="2400" dirty="0"/>
              <a:t>A multiselect dropdown menu for each media type, All, Games, Books, and Anime/Manga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400" i="0" dirty="0"/>
              <a:t>30 pieces of media will load, and the user can load 30 more by pressing "Next Page"</a:t>
            </a:r>
          </a:p>
          <a:p>
            <a:pPr lvl="1"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6D5B03A-B780-A698-DFA9-C9932F22D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594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122F2-8A6B-9F08-6DC3-3E7732FD5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7555992" cy="2453640"/>
          </a:xfrm>
        </p:spPr>
        <p:txBody>
          <a:bodyPr/>
          <a:lstStyle/>
          <a:p>
            <a:r>
              <a:rPr lang="en-US"/>
              <a:t>Risk/Difficult/Interesting Requirements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B1BCE-AA32-1E35-B62B-457CC157935F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F8AAA-173E-9976-F92D-DD6FD6C64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87096" y="2771046"/>
            <a:ext cx="6013704" cy="321711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(Risk) Dependence on external APIs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(Difficult) Filtering and sorting on the browsing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(Interesting) Handling countdown timers across different user time zones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i="0" dirty="0"/>
              <a:t>(Interesting) All in one app for tracking media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662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6209925"/>
            <a:ext cx="11155680" cy="45719"/>
          </a:xfrm>
          <a:custGeom>
            <a:avLst/>
            <a:gdLst/>
            <a:ahLst/>
            <a:cxnLst/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F9FFCE1-E057-415B-A971-88EC7E22AF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10E26-EDE9-4C2D-44AF-5BCD0C035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9" y="971397"/>
            <a:ext cx="3462236" cy="29474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Thank you!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346557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 descr="Handshake">
            <a:extLst>
              <a:ext uri="{FF2B5EF4-FFF2-40B4-BE49-F238E27FC236}">
                <a16:creationId xmlns:a16="http://schemas.microsoft.com/office/drawing/2014/main" id="{B5AAE3FD-CFC1-C3D2-A815-CCCCAA940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05234" y="508090"/>
            <a:ext cx="5626534" cy="562653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58401B5-5F1B-4D21-9AC3-AAEC8D36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1704" y="6300216"/>
            <a:ext cx="7293604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79799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15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GestaltVTI</vt:lpstr>
      <vt:lpstr>UrMedia</vt:lpstr>
      <vt:lpstr>Introduction</vt:lpstr>
      <vt:lpstr>Sign in/Sign up</vt:lpstr>
      <vt:lpstr>Navigation Bar</vt:lpstr>
      <vt:lpstr>Profile Page </vt:lpstr>
      <vt:lpstr>Profile Edit Modal</vt:lpstr>
      <vt:lpstr>Podium Modal</vt:lpstr>
      <vt:lpstr>User Lists</vt:lpstr>
      <vt:lpstr>Media Page</vt:lpstr>
      <vt:lpstr>Adding Media</vt:lpstr>
      <vt:lpstr>Friend Activity</vt:lpstr>
      <vt:lpstr>Countdowns</vt:lpstr>
      <vt:lpstr>Catalog Page</vt:lpstr>
      <vt:lpstr>Risk/Difficult/Interesting Requirements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136</cp:revision>
  <dcterms:created xsi:type="dcterms:W3CDTF">2026-02-11T21:56:21Z</dcterms:created>
  <dcterms:modified xsi:type="dcterms:W3CDTF">2026-02-17T17:09:10Z</dcterms:modified>
</cp:coreProperties>
</file>