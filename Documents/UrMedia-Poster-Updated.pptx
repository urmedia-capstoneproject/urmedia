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7" r:id="rId2"/>
  </p:sldIdLst>
  <p:sldSz cx="38404800" cy="384048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
    <a:wholeTbl>
      <a:tcTxStyle>
        <a:font>
          <a:latin typeface="+mn-lt"/>
          <a:ea typeface="+mn-ea"/>
          <a:cs typeface="+mn-cs"/>
        </a:font>
        <a:srgbClr val="000000"/>
      </a:tcTxStyle>
      <a:tcStyle>
        <a:tcBdr>
          <a:left>
            <a:ln w="12701" cap="flat" cmpd="sng" algn="ctr">
              <a:solidFill>
                <a:srgbClr val="FFFFFF"/>
              </a:solidFill>
              <a:prstDash val="solid"/>
              <a:round/>
              <a:headEnd type="none" w="med" len="med"/>
              <a:tailEnd type="none" w="med" len="med"/>
            </a:ln>
          </a:left>
          <a:right>
            <a:ln w="12701" cap="flat" cmpd="sng" algn="ctr">
              <a:solidFill>
                <a:srgbClr val="FFFFFF"/>
              </a:solidFill>
              <a:prstDash val="solid"/>
              <a:round/>
              <a:headEnd type="none" w="med" len="med"/>
              <a:tailEnd type="none" w="med" len="med"/>
            </a:ln>
          </a:right>
          <a:top>
            <a:ln w="12701" cap="flat" cmpd="sng" algn="ctr">
              <a:solidFill>
                <a:srgbClr val="FFFFFF"/>
              </a:solidFill>
              <a:prstDash val="solid"/>
              <a:round/>
              <a:headEnd type="none" w="med" len="med"/>
              <a:tailEnd type="none" w="med" len="med"/>
            </a:ln>
          </a:top>
          <a:bottom>
            <a:ln w="12701" cap="flat" cmpd="sng" algn="ctr">
              <a:solidFill>
                <a:srgbClr val="FFFFFF"/>
              </a:solidFill>
              <a:prstDash val="solid"/>
              <a:round/>
              <a:headEnd type="none" w="med" len="med"/>
              <a:tailEnd type="none" w="med" len="med"/>
            </a:ln>
          </a:bottom>
        </a:tcBdr>
        <a:fill>
          <a:solidFill>
            <a:srgbClr val="EAEFF7"/>
          </a:solidFill>
        </a:fill>
      </a:tcStyle>
    </a:wholeTbl>
    <a:band1H>
      <a:tcStyle>
        <a:tcBdr/>
        <a:fill>
          <a:solidFill>
            <a:srgbClr val="D2DEEF"/>
          </a:solidFill>
        </a:fill>
      </a:tcStyle>
    </a:band1H>
    <a:band2H>
      <a:tcStyle>
        <a:tcBdr/>
      </a:tcStyle>
    </a:band2H>
    <a:band1V>
      <a:tcStyle>
        <a:tcBdr/>
        <a:fill>
          <a:solidFill>
            <a:srgbClr val="D2DEEF"/>
          </a:solidFill>
        </a:fill>
      </a:tcStyle>
    </a:band1V>
    <a:band2V>
      <a:tcStyle>
        <a:tcBdr/>
      </a:tcStyle>
    </a:band2V>
    <a:lastCol>
      <a:tcTxStyle b="on">
        <a:font>
          <a:latin typeface="+mn-lt"/>
          <a:ea typeface="+mn-ea"/>
          <a:cs typeface="+mn-cs"/>
        </a:font>
        <a:srgbClr val="FFFFFF"/>
      </a:tcTxStyle>
      <a:tcStyle>
        <a:tcBdr/>
        <a:fill>
          <a:solidFill>
            <a:srgbClr val="5B9BD5"/>
          </a:solidFill>
        </a:fill>
      </a:tcStyle>
    </a:lastCol>
    <a:firstCol>
      <a:tcTxStyle b="on">
        <a:font>
          <a:latin typeface="+mn-lt"/>
          <a:ea typeface="+mn-ea"/>
          <a:cs typeface="+mn-cs"/>
        </a:font>
        <a:srgbClr val="FFFFFF"/>
      </a:tcTxStyle>
      <a:tcStyle>
        <a:tcBdr/>
        <a:fill>
          <a:solidFill>
            <a:srgbClr val="5B9BD5"/>
          </a:solidFill>
        </a:fill>
      </a:tcStyle>
    </a:firstCol>
    <a:lastRow>
      <a:tcTxStyle b="on">
        <a:font>
          <a:latin typeface="+mn-lt"/>
          <a:ea typeface="+mn-ea"/>
          <a:cs typeface="+mn-cs"/>
        </a:font>
        <a:srgbClr val="FFFFFF"/>
      </a:tcTxStyle>
      <a:tcStyle>
        <a:tcBdr>
          <a:top>
            <a:ln w="38103" cap="flat" cmpd="sng" algn="ctr">
              <a:solidFill>
                <a:srgbClr val="FFFFFF"/>
              </a:solidFill>
              <a:prstDash val="solid"/>
              <a:round/>
              <a:headEnd type="none" w="med" len="med"/>
              <a:tailEnd type="none" w="med" len="med"/>
            </a:ln>
          </a:top>
        </a:tcBdr>
        <a:fill>
          <a:solidFill>
            <a:srgbClr val="5B9BD5"/>
          </a:solidFill>
        </a:fill>
      </a:tcStyle>
    </a:lastRow>
    <a:firstRow>
      <a:tcTxStyle b="on">
        <a:font>
          <a:latin typeface="+mn-lt"/>
          <a:ea typeface="+mn-ea"/>
          <a:cs typeface="+mn-cs"/>
        </a:font>
        <a:srgbClr val="FFFFFF"/>
      </a:tcTxStyle>
      <a:tcStyle>
        <a:tcBdr>
          <a:bottom>
            <a:ln w="38103" cap="flat" cmpd="sng" algn="ctr">
              <a:solidFill>
                <a:srgbClr val="FFFFFF"/>
              </a:solidFill>
              <a:prstDash val="solid"/>
              <a:round/>
              <a:headEnd type="none" w="med" len="med"/>
              <a:tailEnd type="none" w="med" len="med"/>
            </a:ln>
          </a:bottom>
        </a:tcBdr>
        <a:fill>
          <a:solidFill>
            <a:srgbClr val="5B9BD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27" d="100"/>
          <a:sy n="27" d="100"/>
        </p:scale>
        <p:origin x="3264"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90EE918-E365-A2AC-ED22-081781DB57A6}"/>
              </a:ext>
            </a:extLst>
          </p:cNvPr>
          <p:cNvSpPr txBox="1">
            <a:spLocks noGrp="1"/>
          </p:cNvSpPr>
          <p:nvPr>
            <p:ph type="hdr" sz="quarter"/>
          </p:nvPr>
        </p:nvSpPr>
        <p:spPr>
          <a:xfrm>
            <a:off x="0" y="0"/>
            <a:ext cx="2971800" cy="458791"/>
          </a:xfrm>
          <a:prstGeom prst="rect">
            <a:avLst/>
          </a:prstGeom>
          <a:noFill/>
          <a:ln>
            <a:noFill/>
          </a:ln>
        </p:spPr>
        <p:txBody>
          <a:bodyPr vert="horz" wrap="square" lIns="91440" tIns="45720" rIns="91440" bIns="45720" anchor="t" anchorCtr="0" compatLnSpc="1">
            <a:noAutofit/>
          </a:bodyPr>
          <a:lstStyle>
            <a:lvl1pPr marL="0" marR="0" lvl="0" indent="0" algn="l" defTabSz="368686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stStyle>
          <a:p>
            <a:pPr lvl="0"/>
            <a:endParaRPr lang="en-US"/>
          </a:p>
        </p:txBody>
      </p:sp>
      <p:sp>
        <p:nvSpPr>
          <p:cNvPr id="3" name="Date Placeholder 2">
            <a:extLst>
              <a:ext uri="{FF2B5EF4-FFF2-40B4-BE49-F238E27FC236}">
                <a16:creationId xmlns:a16="http://schemas.microsoft.com/office/drawing/2014/main" id="{BC64039E-AD57-8FA0-C22D-9DF27F783872}"/>
              </a:ext>
            </a:extLst>
          </p:cNvPr>
          <p:cNvSpPr txBox="1">
            <a:spLocks noGrp="1"/>
          </p:cNvSpPr>
          <p:nvPr>
            <p:ph type="dt" idx="1"/>
          </p:nvPr>
        </p:nvSpPr>
        <p:spPr>
          <a:xfrm>
            <a:off x="3884608" y="0"/>
            <a:ext cx="2971800" cy="458791"/>
          </a:xfrm>
          <a:prstGeom prst="rect">
            <a:avLst/>
          </a:prstGeom>
          <a:noFill/>
          <a:ln>
            <a:noFill/>
          </a:ln>
        </p:spPr>
        <p:txBody>
          <a:bodyPr vert="horz" wrap="square" lIns="91440" tIns="45720" rIns="91440" bIns="45720" anchor="t" anchorCtr="0" compatLnSpc="1">
            <a:noAutofit/>
          </a:bodyPr>
          <a:lstStyle>
            <a:lvl1pPr marL="0" marR="0" lvl="0" indent="0" algn="r" defTabSz="368686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stStyle>
          <a:p>
            <a:pPr lvl="0"/>
            <a:fld id="{42627E39-48B6-435E-90A9-5D7243B1FAD0}" type="datetime1">
              <a:rPr lang="en-US"/>
              <a:pPr lvl="0"/>
              <a:t>4/6/2026</a:t>
            </a:fld>
            <a:endParaRPr lang="en-US"/>
          </a:p>
        </p:txBody>
      </p:sp>
      <p:sp>
        <p:nvSpPr>
          <p:cNvPr id="4" name="Slide Image Placeholder 3">
            <a:extLst>
              <a:ext uri="{FF2B5EF4-FFF2-40B4-BE49-F238E27FC236}">
                <a16:creationId xmlns:a16="http://schemas.microsoft.com/office/drawing/2014/main" id="{53730D21-5505-A6D4-35DB-80A71AE240DC}"/>
              </a:ext>
            </a:extLst>
          </p:cNvPr>
          <p:cNvSpPr>
            <a:spLocks noGrp="1" noRot="1" noChangeAspect="1"/>
          </p:cNvSpPr>
          <p:nvPr>
            <p:ph type="sldImg" idx="2"/>
          </p:nvPr>
        </p:nvSpPr>
        <p:spPr>
          <a:xfrm>
            <a:off x="1885950" y="1143000"/>
            <a:ext cx="3086099" cy="3086099"/>
          </a:xfrm>
          <a:prstGeom prst="rect">
            <a:avLst/>
          </a:prstGeom>
          <a:noFill/>
          <a:ln w="12701">
            <a:solidFill>
              <a:srgbClr val="000000"/>
            </a:solidFill>
            <a:prstDash val="solid"/>
          </a:ln>
        </p:spPr>
      </p:sp>
      <p:sp>
        <p:nvSpPr>
          <p:cNvPr id="5" name="Notes Placeholder 4">
            <a:extLst>
              <a:ext uri="{FF2B5EF4-FFF2-40B4-BE49-F238E27FC236}">
                <a16:creationId xmlns:a16="http://schemas.microsoft.com/office/drawing/2014/main" id="{6A692859-3369-6B01-F684-EDFE7E40DAE4}"/>
              </a:ext>
            </a:extLst>
          </p:cNvPr>
          <p:cNvSpPr txBox="1">
            <a:spLocks noGrp="1"/>
          </p:cNvSpPr>
          <p:nvPr>
            <p:ph type="body" sz="quarter" idx="3"/>
          </p:nvPr>
        </p:nvSpPr>
        <p:spPr>
          <a:xfrm>
            <a:off x="685800" y="4400549"/>
            <a:ext cx="5486400" cy="3600450"/>
          </a:xfrm>
          <a:prstGeom prst="rect">
            <a:avLst/>
          </a:prstGeom>
          <a:noFill/>
          <a:ln>
            <a:noFill/>
          </a:ln>
        </p:spPr>
        <p:txBody>
          <a:bodyPr vert="horz" wrap="square" lIns="91440" tIns="45720" rIns="91440" bIns="45720" anchor="t" anchorCtr="0" compatLnSpc="1">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B5272523-D15C-2005-11DC-0276D4E7BABC}"/>
              </a:ext>
            </a:extLst>
          </p:cNvPr>
          <p:cNvSpPr txBox="1">
            <a:spLocks noGrp="1"/>
          </p:cNvSpPr>
          <p:nvPr>
            <p:ph type="ftr" sz="quarter" idx="4"/>
          </p:nvPr>
        </p:nvSpPr>
        <p:spPr>
          <a:xfrm>
            <a:off x="0"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l" defTabSz="368686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stStyle>
          <a:p>
            <a:pPr lvl="0"/>
            <a:endParaRPr lang="en-US"/>
          </a:p>
        </p:txBody>
      </p:sp>
      <p:sp>
        <p:nvSpPr>
          <p:cNvPr id="7" name="Slide Number Placeholder 6">
            <a:extLst>
              <a:ext uri="{FF2B5EF4-FFF2-40B4-BE49-F238E27FC236}">
                <a16:creationId xmlns:a16="http://schemas.microsoft.com/office/drawing/2014/main" id="{7BAEF208-FE71-C8FA-41C8-D9C9DA438E94}"/>
              </a:ext>
            </a:extLst>
          </p:cNvPr>
          <p:cNvSpPr txBox="1">
            <a:spLocks noGrp="1"/>
          </p:cNvSpPr>
          <p:nvPr>
            <p:ph type="sldNum" sz="quarter" idx="5"/>
          </p:nvPr>
        </p:nvSpPr>
        <p:spPr>
          <a:xfrm>
            <a:off x="3884608"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r" defTabSz="368686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stStyle>
          <a:p>
            <a:pPr lvl="0"/>
            <a:fld id="{28C3CBDB-4F68-4A55-9F1F-9E93959D37AD}" type="slidenum">
              <a:t>‹#›</a:t>
            </a:fld>
            <a:endParaRPr lang="en-US"/>
          </a:p>
        </p:txBody>
      </p:sp>
    </p:spTree>
    <p:extLst>
      <p:ext uri="{BB962C8B-B14F-4D97-AF65-F5344CB8AC3E}">
        <p14:creationId xmlns:p14="http://schemas.microsoft.com/office/powerpoint/2010/main" val="3893784419"/>
      </p:ext>
    </p:extLst>
  </p:cSld>
  <p:clrMap bg1="lt1" tx1="dk1" bg2="lt2" tx2="dk2" accent1="accent1" accent2="accent2" accent3="accent3" accent4="accent4" accent5="accent5" accent6="accent6" hlink="hlink" folHlink="folHlink"/>
  <p:notesStyle>
    <a:lvl1pPr marL="0" marR="0" lvl="0" indent="0" algn="l" defTabSz="3686860" rtl="0" fontAlgn="auto" hangingPunct="1">
      <a:lnSpc>
        <a:spcPct val="100000"/>
      </a:lnSpc>
      <a:spcBef>
        <a:spcPts val="0"/>
      </a:spcBef>
      <a:spcAft>
        <a:spcPts val="0"/>
      </a:spcAft>
      <a:buNone/>
      <a:tabLst/>
      <a:defRPr lang="en-US" sz="4838" b="0" i="0" u="none" strike="noStrike" kern="1200" cap="none" spc="0" baseline="0">
        <a:solidFill>
          <a:srgbClr val="000000"/>
        </a:solidFill>
        <a:uFillTx/>
        <a:latin typeface="Calibri"/>
      </a:defRPr>
    </a:lvl1pPr>
    <a:lvl2pPr marL="1843430" marR="0" lvl="1" indent="0" algn="l" defTabSz="3686860" rtl="0" fontAlgn="auto" hangingPunct="1">
      <a:lnSpc>
        <a:spcPct val="100000"/>
      </a:lnSpc>
      <a:spcBef>
        <a:spcPts val="0"/>
      </a:spcBef>
      <a:spcAft>
        <a:spcPts val="0"/>
      </a:spcAft>
      <a:buNone/>
      <a:tabLst/>
      <a:defRPr lang="en-US" sz="4838" b="0" i="0" u="none" strike="noStrike" kern="1200" cap="none" spc="0" baseline="0">
        <a:solidFill>
          <a:srgbClr val="000000"/>
        </a:solidFill>
        <a:uFillTx/>
        <a:latin typeface="Calibri"/>
      </a:defRPr>
    </a:lvl2pPr>
    <a:lvl3pPr marL="3686860" marR="0" lvl="2" indent="0" algn="l" defTabSz="3686860" rtl="0" fontAlgn="auto" hangingPunct="1">
      <a:lnSpc>
        <a:spcPct val="100000"/>
      </a:lnSpc>
      <a:spcBef>
        <a:spcPts val="0"/>
      </a:spcBef>
      <a:spcAft>
        <a:spcPts val="0"/>
      </a:spcAft>
      <a:buNone/>
      <a:tabLst/>
      <a:defRPr lang="en-US" sz="4838" b="0" i="0" u="none" strike="noStrike" kern="1200" cap="none" spc="0" baseline="0">
        <a:solidFill>
          <a:srgbClr val="000000"/>
        </a:solidFill>
        <a:uFillTx/>
        <a:latin typeface="Calibri"/>
      </a:defRPr>
    </a:lvl3pPr>
    <a:lvl4pPr marL="5530291" marR="0" lvl="3" indent="0" algn="l" defTabSz="3686860" rtl="0" fontAlgn="auto" hangingPunct="1">
      <a:lnSpc>
        <a:spcPct val="100000"/>
      </a:lnSpc>
      <a:spcBef>
        <a:spcPts val="0"/>
      </a:spcBef>
      <a:spcAft>
        <a:spcPts val="0"/>
      </a:spcAft>
      <a:buNone/>
      <a:tabLst/>
      <a:defRPr lang="en-US" sz="4838" b="0" i="0" u="none" strike="noStrike" kern="1200" cap="none" spc="0" baseline="0">
        <a:solidFill>
          <a:srgbClr val="000000"/>
        </a:solidFill>
        <a:uFillTx/>
        <a:latin typeface="Calibri"/>
      </a:defRPr>
    </a:lvl4pPr>
    <a:lvl5pPr marL="7373721" marR="0" lvl="4" indent="0" algn="l" defTabSz="3686860" rtl="0" fontAlgn="auto" hangingPunct="1">
      <a:lnSpc>
        <a:spcPct val="100000"/>
      </a:lnSpc>
      <a:spcBef>
        <a:spcPts val="0"/>
      </a:spcBef>
      <a:spcAft>
        <a:spcPts val="0"/>
      </a:spcAft>
      <a:buNone/>
      <a:tabLst/>
      <a:defRPr lang="en-US" sz="4838" b="0" i="0" u="none" strike="noStrike" kern="1200" cap="none" spc="0" baseline="0">
        <a:solidFill>
          <a:srgbClr val="000000"/>
        </a:solidFill>
        <a:uFillTx/>
        <a:latin typeface="Calibri"/>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39CF0C-061A-A80C-CC33-16B88B5B044A}"/>
              </a:ext>
            </a:extLst>
          </p:cNvPr>
          <p:cNvSpPr>
            <a:spLocks noGrp="1" noRot="1" noChangeAspect="1"/>
          </p:cNvSpPr>
          <p:nvPr>
            <p:ph type="sldImg"/>
          </p:nvPr>
        </p:nvSpPr>
        <p:spPr>
          <a:xfrm>
            <a:off x="1885950" y="1143000"/>
            <a:ext cx="3086100" cy="3086100"/>
          </a:xfrm>
        </p:spPr>
      </p:sp>
      <p:sp>
        <p:nvSpPr>
          <p:cNvPr id="3" name="Notes Placeholder 2">
            <a:extLst>
              <a:ext uri="{FF2B5EF4-FFF2-40B4-BE49-F238E27FC236}">
                <a16:creationId xmlns:a16="http://schemas.microsoft.com/office/drawing/2014/main" id="{B1B9A7D0-E2B8-3B36-56C6-8AA3F57FF101}"/>
              </a:ext>
            </a:extLst>
          </p:cNvPr>
          <p:cNvSpPr txBox="1">
            <a:spLocks noGrp="1"/>
          </p:cNvSpPr>
          <p:nvPr>
            <p:ph type="body" sz="quarter" idx="1"/>
          </p:nvPr>
        </p:nvSpPr>
        <p:spPr/>
        <p:txBody>
          <a:bodyPr/>
          <a:lstStyle/>
          <a:p>
            <a:endParaRPr lang="en-US"/>
          </a:p>
        </p:txBody>
      </p:sp>
      <p:sp>
        <p:nvSpPr>
          <p:cNvPr id="4" name="Slide Number Placeholder 3">
            <a:extLst>
              <a:ext uri="{FF2B5EF4-FFF2-40B4-BE49-F238E27FC236}">
                <a16:creationId xmlns:a16="http://schemas.microsoft.com/office/drawing/2014/main" id="{9B66BD3F-664E-C088-6F11-756E74CD40B4}"/>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932D8665-0B5A-4DE8-9121-867EF2FBC8FD}" type="slidenum">
              <a:t>1</a:t>
            </a:fld>
            <a:endParaRPr lang="en-US" sz="1200" b="0" i="0" u="none" strike="noStrike" kern="1200" cap="none" spc="0" baseline="0">
              <a:solidFill>
                <a:srgbClr val="000000"/>
              </a:solidFill>
              <a:uFillTx/>
              <a:latin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99C2E-8D29-0686-EBA8-7611B00B3972}"/>
              </a:ext>
            </a:extLst>
          </p:cNvPr>
          <p:cNvSpPr txBox="1">
            <a:spLocks noGrp="1"/>
          </p:cNvSpPr>
          <p:nvPr>
            <p:ph type="ctrTitle"/>
          </p:nvPr>
        </p:nvSpPr>
        <p:spPr>
          <a:xfrm>
            <a:off x="2880360" y="6285228"/>
            <a:ext cx="32644080" cy="13370557"/>
          </a:xfrm>
        </p:spPr>
        <p:txBody>
          <a:bodyPr anchor="b" anchorCtr="1"/>
          <a:lstStyle>
            <a:lvl1pPr algn="ctr">
              <a:defRPr sz="25200"/>
            </a:lvl1pPr>
          </a:lstStyle>
          <a:p>
            <a:pPr lvl="0"/>
            <a:r>
              <a:rPr lang="en-US"/>
              <a:t>Click to edit Master title style</a:t>
            </a:r>
          </a:p>
        </p:txBody>
      </p:sp>
      <p:sp>
        <p:nvSpPr>
          <p:cNvPr id="3" name="Subtitle 2">
            <a:extLst>
              <a:ext uri="{FF2B5EF4-FFF2-40B4-BE49-F238E27FC236}">
                <a16:creationId xmlns:a16="http://schemas.microsoft.com/office/drawing/2014/main" id="{CFDCF884-E6C5-CC58-55F5-1EB5DDCD0325}"/>
              </a:ext>
            </a:extLst>
          </p:cNvPr>
          <p:cNvSpPr txBox="1">
            <a:spLocks noGrp="1"/>
          </p:cNvSpPr>
          <p:nvPr>
            <p:ph type="subTitle" idx="1"/>
          </p:nvPr>
        </p:nvSpPr>
        <p:spPr>
          <a:xfrm>
            <a:off x="4800600" y="20171417"/>
            <a:ext cx="28803600" cy="9272262"/>
          </a:xfrm>
        </p:spPr>
        <p:txBody>
          <a:bodyPr anchorCtr="1"/>
          <a:lstStyle>
            <a:lvl1pPr marL="0" indent="0" algn="ctr">
              <a:buNone/>
              <a:defRPr sz="10080"/>
            </a:lvl1pPr>
          </a:lstStyle>
          <a:p>
            <a:pPr lvl="0"/>
            <a:r>
              <a:rPr lang="en-US"/>
              <a:t>Click to edit Master subtitle style</a:t>
            </a:r>
          </a:p>
        </p:txBody>
      </p:sp>
      <p:sp>
        <p:nvSpPr>
          <p:cNvPr id="4" name="Date Placeholder 3">
            <a:extLst>
              <a:ext uri="{FF2B5EF4-FFF2-40B4-BE49-F238E27FC236}">
                <a16:creationId xmlns:a16="http://schemas.microsoft.com/office/drawing/2014/main" id="{61A1BB1F-BF26-5A1B-0A00-F0904D65AF87}"/>
              </a:ext>
            </a:extLst>
          </p:cNvPr>
          <p:cNvSpPr txBox="1">
            <a:spLocks noGrp="1"/>
          </p:cNvSpPr>
          <p:nvPr>
            <p:ph type="dt" sz="half" idx="7"/>
          </p:nvPr>
        </p:nvSpPr>
        <p:spPr/>
        <p:txBody>
          <a:bodyPr/>
          <a:lstStyle>
            <a:lvl1pPr>
              <a:defRPr/>
            </a:lvl1pPr>
          </a:lstStyle>
          <a:p>
            <a:pPr lvl="0"/>
            <a:fld id="{4B636BFF-95F3-4505-883F-0488FC38DF78}" type="datetime1">
              <a:rPr lang="en-US"/>
              <a:pPr lvl="0"/>
              <a:t>4/6/2026</a:t>
            </a:fld>
            <a:endParaRPr lang="en-US"/>
          </a:p>
        </p:txBody>
      </p:sp>
      <p:sp>
        <p:nvSpPr>
          <p:cNvPr id="5" name="Footer Placeholder 4">
            <a:extLst>
              <a:ext uri="{FF2B5EF4-FFF2-40B4-BE49-F238E27FC236}">
                <a16:creationId xmlns:a16="http://schemas.microsoft.com/office/drawing/2014/main" id="{3B195631-A094-8102-81AB-BD7C207BB474}"/>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7FB4AA71-1F50-AAAB-CB78-3F6411791282}"/>
              </a:ext>
            </a:extLst>
          </p:cNvPr>
          <p:cNvSpPr txBox="1">
            <a:spLocks noGrp="1"/>
          </p:cNvSpPr>
          <p:nvPr>
            <p:ph type="sldNum" sz="quarter" idx="8"/>
          </p:nvPr>
        </p:nvSpPr>
        <p:spPr/>
        <p:txBody>
          <a:bodyPr/>
          <a:lstStyle>
            <a:lvl1pPr>
              <a:defRPr/>
            </a:lvl1pPr>
          </a:lstStyle>
          <a:p>
            <a:pPr lvl="0"/>
            <a:fld id="{B5726D56-372A-4A16-9B3F-910A9E5A840D}" type="slidenum">
              <a:t>‹#›</a:t>
            </a:fld>
            <a:endParaRPr lang="en-US"/>
          </a:p>
        </p:txBody>
      </p:sp>
    </p:spTree>
    <p:extLst>
      <p:ext uri="{BB962C8B-B14F-4D97-AF65-F5344CB8AC3E}">
        <p14:creationId xmlns:p14="http://schemas.microsoft.com/office/powerpoint/2010/main" val="1056561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14A7F-97DF-E92D-1940-A55CC2BB915A}"/>
              </a:ext>
            </a:extLst>
          </p:cNvPr>
          <p:cNvSpPr txBox="1">
            <a:spLocks noGrp="1"/>
          </p:cNvSpPr>
          <p:nvPr>
            <p:ph type="title"/>
          </p:nvPr>
        </p:nvSpPr>
        <p:spPr/>
        <p:txBody>
          <a:bodyPr/>
          <a:lstStyle>
            <a:lvl1pPr>
              <a:defRPr/>
            </a:lvl1pPr>
          </a:lstStyle>
          <a:p>
            <a:pPr lvl="0"/>
            <a:r>
              <a:rPr lang="en-US"/>
              <a:t>Click to edit Master title style</a:t>
            </a:r>
          </a:p>
        </p:txBody>
      </p:sp>
      <p:sp>
        <p:nvSpPr>
          <p:cNvPr id="3" name="Content Placeholder 2">
            <a:extLst>
              <a:ext uri="{FF2B5EF4-FFF2-40B4-BE49-F238E27FC236}">
                <a16:creationId xmlns:a16="http://schemas.microsoft.com/office/drawing/2014/main" id="{23D4F505-5907-7E98-C19F-BA42E6A54A85}"/>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2EA434-E5CE-74DA-38FB-3469066A661F}"/>
              </a:ext>
            </a:extLst>
          </p:cNvPr>
          <p:cNvSpPr txBox="1">
            <a:spLocks noGrp="1"/>
          </p:cNvSpPr>
          <p:nvPr>
            <p:ph type="dt" sz="half" idx="7"/>
          </p:nvPr>
        </p:nvSpPr>
        <p:spPr/>
        <p:txBody>
          <a:bodyPr/>
          <a:lstStyle>
            <a:lvl1pPr>
              <a:defRPr/>
            </a:lvl1pPr>
          </a:lstStyle>
          <a:p>
            <a:pPr lvl="0"/>
            <a:fld id="{B28919BC-F566-4600-9A1B-CB1D89F8B339}" type="datetime1">
              <a:rPr lang="en-US"/>
              <a:pPr lvl="0"/>
              <a:t>4/6/2026</a:t>
            </a:fld>
            <a:endParaRPr lang="en-US"/>
          </a:p>
        </p:txBody>
      </p:sp>
      <p:sp>
        <p:nvSpPr>
          <p:cNvPr id="5" name="Footer Placeholder 4">
            <a:extLst>
              <a:ext uri="{FF2B5EF4-FFF2-40B4-BE49-F238E27FC236}">
                <a16:creationId xmlns:a16="http://schemas.microsoft.com/office/drawing/2014/main" id="{40398B2D-47D0-1842-6DE9-CD40E7C14599}"/>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47266758-9212-788D-D150-38EFF416F745}"/>
              </a:ext>
            </a:extLst>
          </p:cNvPr>
          <p:cNvSpPr txBox="1">
            <a:spLocks noGrp="1"/>
          </p:cNvSpPr>
          <p:nvPr>
            <p:ph type="sldNum" sz="quarter" idx="8"/>
          </p:nvPr>
        </p:nvSpPr>
        <p:spPr/>
        <p:txBody>
          <a:bodyPr/>
          <a:lstStyle>
            <a:lvl1pPr>
              <a:defRPr/>
            </a:lvl1pPr>
          </a:lstStyle>
          <a:p>
            <a:pPr lvl="0"/>
            <a:fld id="{29A80089-FED7-4284-ABEB-3224AA55334A}" type="slidenum">
              <a:t>‹#›</a:t>
            </a:fld>
            <a:endParaRPr lang="en-US"/>
          </a:p>
        </p:txBody>
      </p:sp>
    </p:spTree>
    <p:extLst>
      <p:ext uri="{BB962C8B-B14F-4D97-AF65-F5344CB8AC3E}">
        <p14:creationId xmlns:p14="http://schemas.microsoft.com/office/powerpoint/2010/main" val="5645086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DA400-8DF2-A8E6-9492-4F5218045D7B}"/>
              </a:ext>
            </a:extLst>
          </p:cNvPr>
          <p:cNvSpPr txBox="1">
            <a:spLocks noGrp="1"/>
          </p:cNvSpPr>
          <p:nvPr>
            <p:ph type="title"/>
          </p:nvPr>
        </p:nvSpPr>
        <p:spPr>
          <a:xfrm>
            <a:off x="2620332" y="9574545"/>
            <a:ext cx="33124140" cy="15975326"/>
          </a:xfrm>
        </p:spPr>
        <p:txBody>
          <a:bodyPr anchor="b"/>
          <a:lstStyle>
            <a:lvl1pPr>
              <a:defRPr sz="25200"/>
            </a:lvl1pPr>
          </a:lstStyle>
          <a:p>
            <a:pPr lvl="0"/>
            <a:r>
              <a:rPr lang="en-US"/>
              <a:t>Click to edit Master title style</a:t>
            </a:r>
          </a:p>
        </p:txBody>
      </p:sp>
      <p:sp>
        <p:nvSpPr>
          <p:cNvPr id="3" name="Text Placeholder 2">
            <a:extLst>
              <a:ext uri="{FF2B5EF4-FFF2-40B4-BE49-F238E27FC236}">
                <a16:creationId xmlns:a16="http://schemas.microsoft.com/office/drawing/2014/main" id="{B23B7FCC-B90E-2ABC-2D68-1D147959B852}"/>
              </a:ext>
            </a:extLst>
          </p:cNvPr>
          <p:cNvSpPr txBox="1">
            <a:spLocks noGrp="1"/>
          </p:cNvSpPr>
          <p:nvPr>
            <p:ph type="body" idx="1"/>
          </p:nvPr>
        </p:nvSpPr>
        <p:spPr>
          <a:xfrm>
            <a:off x="2620332" y="25701004"/>
            <a:ext cx="33124140" cy="8401050"/>
          </a:xfrm>
        </p:spPr>
        <p:txBody>
          <a:bodyPr/>
          <a:lstStyle>
            <a:lvl1pPr marL="0" indent="0">
              <a:buNone/>
              <a:defRPr sz="10080"/>
            </a:lvl1pPr>
          </a:lstStyle>
          <a:p>
            <a:pPr lvl="0"/>
            <a:r>
              <a:rPr lang="en-US"/>
              <a:t>Click to edit Master text styles</a:t>
            </a:r>
          </a:p>
        </p:txBody>
      </p:sp>
      <p:sp>
        <p:nvSpPr>
          <p:cNvPr id="4" name="Date Placeholder 3">
            <a:extLst>
              <a:ext uri="{FF2B5EF4-FFF2-40B4-BE49-F238E27FC236}">
                <a16:creationId xmlns:a16="http://schemas.microsoft.com/office/drawing/2014/main" id="{D96E29A2-BF08-5F0E-3D37-F36FD75DEFAC}"/>
              </a:ext>
            </a:extLst>
          </p:cNvPr>
          <p:cNvSpPr txBox="1">
            <a:spLocks noGrp="1"/>
          </p:cNvSpPr>
          <p:nvPr>
            <p:ph type="dt" sz="half" idx="7"/>
          </p:nvPr>
        </p:nvSpPr>
        <p:spPr/>
        <p:txBody>
          <a:bodyPr/>
          <a:lstStyle>
            <a:lvl1pPr>
              <a:defRPr/>
            </a:lvl1pPr>
          </a:lstStyle>
          <a:p>
            <a:pPr lvl="0"/>
            <a:fld id="{6AD6BD98-A996-4C3A-BABA-B73FC41C5CDE}" type="datetime1">
              <a:rPr lang="en-US"/>
              <a:pPr lvl="0"/>
              <a:t>4/6/2026</a:t>
            </a:fld>
            <a:endParaRPr lang="en-US"/>
          </a:p>
        </p:txBody>
      </p:sp>
      <p:sp>
        <p:nvSpPr>
          <p:cNvPr id="5" name="Footer Placeholder 4">
            <a:extLst>
              <a:ext uri="{FF2B5EF4-FFF2-40B4-BE49-F238E27FC236}">
                <a16:creationId xmlns:a16="http://schemas.microsoft.com/office/drawing/2014/main" id="{DD45F408-14CE-9AC5-9F85-D149F69CCCCE}"/>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5EF37AE6-058E-787F-6C5B-C860C2AB251B}"/>
              </a:ext>
            </a:extLst>
          </p:cNvPr>
          <p:cNvSpPr txBox="1">
            <a:spLocks noGrp="1"/>
          </p:cNvSpPr>
          <p:nvPr>
            <p:ph type="sldNum" sz="quarter" idx="8"/>
          </p:nvPr>
        </p:nvSpPr>
        <p:spPr/>
        <p:txBody>
          <a:bodyPr/>
          <a:lstStyle>
            <a:lvl1pPr>
              <a:defRPr/>
            </a:lvl1pPr>
          </a:lstStyle>
          <a:p>
            <a:pPr lvl="0"/>
            <a:fld id="{B726CA5C-650F-405C-882F-5849B223E6E5}" type="slidenum">
              <a:t>‹#›</a:t>
            </a:fld>
            <a:endParaRPr lang="en-US"/>
          </a:p>
        </p:txBody>
      </p:sp>
    </p:spTree>
    <p:extLst>
      <p:ext uri="{BB962C8B-B14F-4D97-AF65-F5344CB8AC3E}">
        <p14:creationId xmlns:p14="http://schemas.microsoft.com/office/powerpoint/2010/main" val="2812088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1DFCC-315D-5278-2716-F2566B9FF9E9}"/>
              </a:ext>
            </a:extLst>
          </p:cNvPr>
          <p:cNvSpPr txBox="1">
            <a:spLocks noGrp="1"/>
          </p:cNvSpPr>
          <p:nvPr>
            <p:ph type="title"/>
          </p:nvPr>
        </p:nvSpPr>
        <p:spPr/>
        <p:txBody>
          <a:bodyPr/>
          <a:lstStyle>
            <a:lvl1pPr>
              <a:defRPr/>
            </a:lvl1pPr>
          </a:lstStyle>
          <a:p>
            <a:pPr lvl="0"/>
            <a:r>
              <a:rPr lang="en-US"/>
              <a:t>Click to edit Master title style</a:t>
            </a:r>
          </a:p>
        </p:txBody>
      </p:sp>
      <p:sp>
        <p:nvSpPr>
          <p:cNvPr id="3" name="Content Placeholder 2">
            <a:extLst>
              <a:ext uri="{FF2B5EF4-FFF2-40B4-BE49-F238E27FC236}">
                <a16:creationId xmlns:a16="http://schemas.microsoft.com/office/drawing/2014/main" id="{1C66A82D-523E-A8E1-8E62-63DF9D44CC41}"/>
              </a:ext>
            </a:extLst>
          </p:cNvPr>
          <p:cNvSpPr txBox="1">
            <a:spLocks noGrp="1"/>
          </p:cNvSpPr>
          <p:nvPr>
            <p:ph idx="1"/>
          </p:nvPr>
        </p:nvSpPr>
        <p:spPr>
          <a:xfrm>
            <a:off x="2640330" y="10223504"/>
            <a:ext cx="16322040" cy="2436748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8AEF891-AB02-2FD7-979E-17B57F8CED99}"/>
              </a:ext>
            </a:extLst>
          </p:cNvPr>
          <p:cNvSpPr txBox="1">
            <a:spLocks noGrp="1"/>
          </p:cNvSpPr>
          <p:nvPr>
            <p:ph idx="2"/>
          </p:nvPr>
        </p:nvSpPr>
        <p:spPr>
          <a:xfrm>
            <a:off x="19442429" y="10223504"/>
            <a:ext cx="16322040" cy="2436748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76EB18B-9C1A-16B1-DB7A-C9C309DD5A28}"/>
              </a:ext>
            </a:extLst>
          </p:cNvPr>
          <p:cNvSpPr txBox="1">
            <a:spLocks noGrp="1"/>
          </p:cNvSpPr>
          <p:nvPr>
            <p:ph type="dt" sz="half" idx="7"/>
          </p:nvPr>
        </p:nvSpPr>
        <p:spPr/>
        <p:txBody>
          <a:bodyPr/>
          <a:lstStyle>
            <a:lvl1pPr>
              <a:defRPr/>
            </a:lvl1pPr>
          </a:lstStyle>
          <a:p>
            <a:pPr lvl="0"/>
            <a:fld id="{C6C4ED09-DA75-4D13-834C-E552B63A917E}" type="datetime1">
              <a:rPr lang="en-US"/>
              <a:pPr lvl="0"/>
              <a:t>4/6/2026</a:t>
            </a:fld>
            <a:endParaRPr lang="en-US"/>
          </a:p>
        </p:txBody>
      </p:sp>
      <p:sp>
        <p:nvSpPr>
          <p:cNvPr id="6" name="Footer Placeholder 5">
            <a:extLst>
              <a:ext uri="{FF2B5EF4-FFF2-40B4-BE49-F238E27FC236}">
                <a16:creationId xmlns:a16="http://schemas.microsoft.com/office/drawing/2014/main" id="{BE604034-3E84-0590-F321-288D6A519FF1}"/>
              </a:ext>
            </a:extLst>
          </p:cNvPr>
          <p:cNvSpPr txBox="1">
            <a:spLocks noGrp="1"/>
          </p:cNvSpPr>
          <p:nvPr>
            <p:ph type="ftr" sz="quarter" idx="9"/>
          </p:nvPr>
        </p:nvSpPr>
        <p:spPr/>
        <p:txBody>
          <a:bodyPr/>
          <a:lstStyle>
            <a:lvl1pPr>
              <a:defRPr/>
            </a:lvl1pPr>
          </a:lstStyle>
          <a:p>
            <a:pPr lvl="0"/>
            <a:endParaRPr lang="en-US"/>
          </a:p>
        </p:txBody>
      </p:sp>
      <p:sp>
        <p:nvSpPr>
          <p:cNvPr id="7" name="Slide Number Placeholder 6">
            <a:extLst>
              <a:ext uri="{FF2B5EF4-FFF2-40B4-BE49-F238E27FC236}">
                <a16:creationId xmlns:a16="http://schemas.microsoft.com/office/drawing/2014/main" id="{C7F64421-E7E8-18E7-0039-AF547B2856C8}"/>
              </a:ext>
            </a:extLst>
          </p:cNvPr>
          <p:cNvSpPr txBox="1">
            <a:spLocks noGrp="1"/>
          </p:cNvSpPr>
          <p:nvPr>
            <p:ph type="sldNum" sz="quarter" idx="8"/>
          </p:nvPr>
        </p:nvSpPr>
        <p:spPr/>
        <p:txBody>
          <a:bodyPr/>
          <a:lstStyle>
            <a:lvl1pPr>
              <a:defRPr/>
            </a:lvl1pPr>
          </a:lstStyle>
          <a:p>
            <a:pPr lvl="0"/>
            <a:fld id="{693CAB2F-368B-4759-BF2F-7DFE98557602}" type="slidenum">
              <a:t>‹#›</a:t>
            </a:fld>
            <a:endParaRPr lang="en-US"/>
          </a:p>
        </p:txBody>
      </p:sp>
    </p:spTree>
    <p:extLst>
      <p:ext uri="{BB962C8B-B14F-4D97-AF65-F5344CB8AC3E}">
        <p14:creationId xmlns:p14="http://schemas.microsoft.com/office/powerpoint/2010/main" val="1557532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3750A-DF8A-A091-2498-F1DA63A8F998}"/>
              </a:ext>
            </a:extLst>
          </p:cNvPr>
          <p:cNvSpPr txBox="1">
            <a:spLocks noGrp="1"/>
          </p:cNvSpPr>
          <p:nvPr>
            <p:ph type="title"/>
          </p:nvPr>
        </p:nvSpPr>
        <p:spPr>
          <a:xfrm>
            <a:off x="2645331" y="2044708"/>
            <a:ext cx="33124140" cy="7423154"/>
          </a:xfrm>
        </p:spPr>
        <p:txBody>
          <a:bodyPr/>
          <a:lstStyle>
            <a:lvl1pPr>
              <a:defRPr/>
            </a:lvl1pPr>
          </a:lstStyle>
          <a:p>
            <a:pPr lvl="0"/>
            <a:r>
              <a:rPr lang="en-US"/>
              <a:t>Click to edit Master title style</a:t>
            </a:r>
          </a:p>
        </p:txBody>
      </p:sp>
      <p:sp>
        <p:nvSpPr>
          <p:cNvPr id="3" name="Text Placeholder 2">
            <a:extLst>
              <a:ext uri="{FF2B5EF4-FFF2-40B4-BE49-F238E27FC236}">
                <a16:creationId xmlns:a16="http://schemas.microsoft.com/office/drawing/2014/main" id="{61C8CB90-691C-5B1F-51F0-840AD1C1D3F9}"/>
              </a:ext>
            </a:extLst>
          </p:cNvPr>
          <p:cNvSpPr txBox="1">
            <a:spLocks noGrp="1"/>
          </p:cNvSpPr>
          <p:nvPr>
            <p:ph type="body" idx="1"/>
          </p:nvPr>
        </p:nvSpPr>
        <p:spPr>
          <a:xfrm>
            <a:off x="2645331" y="9414516"/>
            <a:ext cx="16247031" cy="4613906"/>
          </a:xfrm>
        </p:spPr>
        <p:txBody>
          <a:bodyPr anchor="b"/>
          <a:lstStyle>
            <a:lvl1pPr marL="0" indent="0">
              <a:buNone/>
              <a:defRPr sz="10080" b="1"/>
            </a:lvl1pPr>
          </a:lstStyle>
          <a:p>
            <a:pPr lvl="0"/>
            <a:r>
              <a:rPr lang="en-US"/>
              <a:t>Click to edit Master text styles</a:t>
            </a:r>
          </a:p>
        </p:txBody>
      </p:sp>
      <p:sp>
        <p:nvSpPr>
          <p:cNvPr id="4" name="Content Placeholder 3">
            <a:extLst>
              <a:ext uri="{FF2B5EF4-FFF2-40B4-BE49-F238E27FC236}">
                <a16:creationId xmlns:a16="http://schemas.microsoft.com/office/drawing/2014/main" id="{78223064-0507-1F88-5093-554B0D9F6DCE}"/>
              </a:ext>
            </a:extLst>
          </p:cNvPr>
          <p:cNvSpPr txBox="1">
            <a:spLocks noGrp="1"/>
          </p:cNvSpPr>
          <p:nvPr>
            <p:ph idx="2"/>
          </p:nvPr>
        </p:nvSpPr>
        <p:spPr>
          <a:xfrm>
            <a:off x="2645331" y="14028423"/>
            <a:ext cx="16247031" cy="20633692"/>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6C16651-7740-980A-B7A5-F96A38338B45}"/>
              </a:ext>
            </a:extLst>
          </p:cNvPr>
          <p:cNvSpPr txBox="1">
            <a:spLocks noGrp="1"/>
          </p:cNvSpPr>
          <p:nvPr>
            <p:ph type="body" idx="3"/>
          </p:nvPr>
        </p:nvSpPr>
        <p:spPr>
          <a:xfrm>
            <a:off x="19442429" y="9414516"/>
            <a:ext cx="16327041" cy="4613906"/>
          </a:xfrm>
        </p:spPr>
        <p:txBody>
          <a:bodyPr anchor="b"/>
          <a:lstStyle>
            <a:lvl1pPr marL="0" indent="0">
              <a:buNone/>
              <a:defRPr sz="10080" b="1"/>
            </a:lvl1pPr>
          </a:lstStyle>
          <a:p>
            <a:pPr lvl="0"/>
            <a:r>
              <a:rPr lang="en-US"/>
              <a:t>Click to edit Master text styles</a:t>
            </a:r>
          </a:p>
        </p:txBody>
      </p:sp>
      <p:sp>
        <p:nvSpPr>
          <p:cNvPr id="6" name="Content Placeholder 5">
            <a:extLst>
              <a:ext uri="{FF2B5EF4-FFF2-40B4-BE49-F238E27FC236}">
                <a16:creationId xmlns:a16="http://schemas.microsoft.com/office/drawing/2014/main" id="{D01F9160-FB1E-C325-8436-0A1AA5902CA5}"/>
              </a:ext>
            </a:extLst>
          </p:cNvPr>
          <p:cNvSpPr txBox="1">
            <a:spLocks noGrp="1"/>
          </p:cNvSpPr>
          <p:nvPr>
            <p:ph idx="4"/>
          </p:nvPr>
        </p:nvSpPr>
        <p:spPr>
          <a:xfrm>
            <a:off x="19442429" y="14028423"/>
            <a:ext cx="16327041" cy="20633692"/>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FAECDAA-7ACF-0215-2D68-AA6D9987110B}"/>
              </a:ext>
            </a:extLst>
          </p:cNvPr>
          <p:cNvSpPr txBox="1">
            <a:spLocks noGrp="1"/>
          </p:cNvSpPr>
          <p:nvPr>
            <p:ph type="dt" sz="half" idx="7"/>
          </p:nvPr>
        </p:nvSpPr>
        <p:spPr/>
        <p:txBody>
          <a:bodyPr/>
          <a:lstStyle>
            <a:lvl1pPr>
              <a:defRPr/>
            </a:lvl1pPr>
          </a:lstStyle>
          <a:p>
            <a:pPr lvl="0"/>
            <a:fld id="{1A27112B-BB6E-44F8-BD10-D4B9137A6195}" type="datetime1">
              <a:rPr lang="en-US"/>
              <a:pPr lvl="0"/>
              <a:t>4/6/2026</a:t>
            </a:fld>
            <a:endParaRPr lang="en-US"/>
          </a:p>
        </p:txBody>
      </p:sp>
      <p:sp>
        <p:nvSpPr>
          <p:cNvPr id="8" name="Footer Placeholder 7">
            <a:extLst>
              <a:ext uri="{FF2B5EF4-FFF2-40B4-BE49-F238E27FC236}">
                <a16:creationId xmlns:a16="http://schemas.microsoft.com/office/drawing/2014/main" id="{ACE87BAD-9530-B3FE-69AE-CC8F1B70CF29}"/>
              </a:ext>
            </a:extLst>
          </p:cNvPr>
          <p:cNvSpPr txBox="1">
            <a:spLocks noGrp="1"/>
          </p:cNvSpPr>
          <p:nvPr>
            <p:ph type="ftr" sz="quarter" idx="9"/>
          </p:nvPr>
        </p:nvSpPr>
        <p:spPr/>
        <p:txBody>
          <a:bodyPr/>
          <a:lstStyle>
            <a:lvl1pPr>
              <a:defRPr/>
            </a:lvl1pPr>
          </a:lstStyle>
          <a:p>
            <a:pPr lvl="0"/>
            <a:endParaRPr lang="en-US"/>
          </a:p>
        </p:txBody>
      </p:sp>
      <p:sp>
        <p:nvSpPr>
          <p:cNvPr id="9" name="Slide Number Placeholder 8">
            <a:extLst>
              <a:ext uri="{FF2B5EF4-FFF2-40B4-BE49-F238E27FC236}">
                <a16:creationId xmlns:a16="http://schemas.microsoft.com/office/drawing/2014/main" id="{223C773E-67F8-8A4F-0BE9-BAF5D5BA164F}"/>
              </a:ext>
            </a:extLst>
          </p:cNvPr>
          <p:cNvSpPr txBox="1">
            <a:spLocks noGrp="1"/>
          </p:cNvSpPr>
          <p:nvPr>
            <p:ph type="sldNum" sz="quarter" idx="8"/>
          </p:nvPr>
        </p:nvSpPr>
        <p:spPr/>
        <p:txBody>
          <a:bodyPr/>
          <a:lstStyle>
            <a:lvl1pPr>
              <a:defRPr/>
            </a:lvl1pPr>
          </a:lstStyle>
          <a:p>
            <a:pPr lvl="0"/>
            <a:fld id="{A2613A81-1240-49F9-8B01-9284141EB359}" type="slidenum">
              <a:t>‹#›</a:t>
            </a:fld>
            <a:endParaRPr lang="en-US"/>
          </a:p>
        </p:txBody>
      </p:sp>
    </p:spTree>
    <p:extLst>
      <p:ext uri="{BB962C8B-B14F-4D97-AF65-F5344CB8AC3E}">
        <p14:creationId xmlns:p14="http://schemas.microsoft.com/office/powerpoint/2010/main" val="22404137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A2F06-0A2B-BB3D-DC90-3C3B2AECA4C7}"/>
              </a:ext>
            </a:extLst>
          </p:cNvPr>
          <p:cNvSpPr txBox="1">
            <a:spLocks noGrp="1"/>
          </p:cNvSpPr>
          <p:nvPr>
            <p:ph type="title"/>
          </p:nvPr>
        </p:nvSpPr>
        <p:spPr/>
        <p:txBody>
          <a:bodyPr/>
          <a:lstStyle>
            <a:lvl1pPr>
              <a:defRPr/>
            </a:lvl1pPr>
          </a:lstStyle>
          <a:p>
            <a:pPr lvl="0"/>
            <a:r>
              <a:rPr lang="en-US"/>
              <a:t>Click to edit Master title style</a:t>
            </a:r>
          </a:p>
        </p:txBody>
      </p:sp>
      <p:sp>
        <p:nvSpPr>
          <p:cNvPr id="3" name="Date Placeholder 2">
            <a:extLst>
              <a:ext uri="{FF2B5EF4-FFF2-40B4-BE49-F238E27FC236}">
                <a16:creationId xmlns:a16="http://schemas.microsoft.com/office/drawing/2014/main" id="{49426301-A948-FBC3-4B00-F73FBAD607C6}"/>
              </a:ext>
            </a:extLst>
          </p:cNvPr>
          <p:cNvSpPr txBox="1">
            <a:spLocks noGrp="1"/>
          </p:cNvSpPr>
          <p:nvPr>
            <p:ph type="dt" sz="half" idx="7"/>
          </p:nvPr>
        </p:nvSpPr>
        <p:spPr/>
        <p:txBody>
          <a:bodyPr/>
          <a:lstStyle>
            <a:lvl1pPr>
              <a:defRPr/>
            </a:lvl1pPr>
          </a:lstStyle>
          <a:p>
            <a:pPr lvl="0"/>
            <a:fld id="{DEC79F83-91E4-4012-AF8F-42F4B709B583}" type="datetime1">
              <a:rPr lang="en-US"/>
              <a:pPr lvl="0"/>
              <a:t>4/6/2026</a:t>
            </a:fld>
            <a:endParaRPr lang="en-US"/>
          </a:p>
        </p:txBody>
      </p:sp>
      <p:sp>
        <p:nvSpPr>
          <p:cNvPr id="4" name="Footer Placeholder 3">
            <a:extLst>
              <a:ext uri="{FF2B5EF4-FFF2-40B4-BE49-F238E27FC236}">
                <a16:creationId xmlns:a16="http://schemas.microsoft.com/office/drawing/2014/main" id="{81C386F4-7321-F5DF-285A-B86A6EFAF507}"/>
              </a:ext>
            </a:extLst>
          </p:cNvPr>
          <p:cNvSpPr txBox="1">
            <a:spLocks noGrp="1"/>
          </p:cNvSpPr>
          <p:nvPr>
            <p:ph type="ftr" sz="quarter" idx="9"/>
          </p:nvPr>
        </p:nvSpPr>
        <p:spPr/>
        <p:txBody>
          <a:bodyPr/>
          <a:lstStyle>
            <a:lvl1pPr>
              <a:defRPr/>
            </a:lvl1pPr>
          </a:lstStyle>
          <a:p>
            <a:pPr lvl="0"/>
            <a:endParaRPr lang="en-US"/>
          </a:p>
        </p:txBody>
      </p:sp>
      <p:sp>
        <p:nvSpPr>
          <p:cNvPr id="5" name="Slide Number Placeholder 4">
            <a:extLst>
              <a:ext uri="{FF2B5EF4-FFF2-40B4-BE49-F238E27FC236}">
                <a16:creationId xmlns:a16="http://schemas.microsoft.com/office/drawing/2014/main" id="{BF3EA0AF-4221-3C8D-EF34-665801EE75AE}"/>
              </a:ext>
            </a:extLst>
          </p:cNvPr>
          <p:cNvSpPr txBox="1">
            <a:spLocks noGrp="1"/>
          </p:cNvSpPr>
          <p:nvPr>
            <p:ph type="sldNum" sz="quarter" idx="8"/>
          </p:nvPr>
        </p:nvSpPr>
        <p:spPr/>
        <p:txBody>
          <a:bodyPr/>
          <a:lstStyle>
            <a:lvl1pPr>
              <a:defRPr/>
            </a:lvl1pPr>
          </a:lstStyle>
          <a:p>
            <a:pPr lvl="0"/>
            <a:fld id="{ED9FE787-1411-46A6-A3A6-CAEF7519DB98}" type="slidenum">
              <a:t>‹#›</a:t>
            </a:fld>
            <a:endParaRPr lang="en-US"/>
          </a:p>
        </p:txBody>
      </p:sp>
    </p:spTree>
    <p:extLst>
      <p:ext uri="{BB962C8B-B14F-4D97-AF65-F5344CB8AC3E}">
        <p14:creationId xmlns:p14="http://schemas.microsoft.com/office/powerpoint/2010/main" val="136213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03C74C1-5F8D-3772-2BE7-7BC8F323B1B1}"/>
              </a:ext>
            </a:extLst>
          </p:cNvPr>
          <p:cNvSpPr txBox="1">
            <a:spLocks noGrp="1"/>
          </p:cNvSpPr>
          <p:nvPr>
            <p:ph type="dt" sz="half" idx="7"/>
          </p:nvPr>
        </p:nvSpPr>
        <p:spPr/>
        <p:txBody>
          <a:bodyPr/>
          <a:lstStyle>
            <a:lvl1pPr>
              <a:defRPr/>
            </a:lvl1pPr>
          </a:lstStyle>
          <a:p>
            <a:pPr lvl="0"/>
            <a:fld id="{52818BA8-FFEF-46B5-A3AB-7CC2D20800B5}" type="datetime1">
              <a:rPr lang="en-US"/>
              <a:pPr lvl="0"/>
              <a:t>4/6/2026</a:t>
            </a:fld>
            <a:endParaRPr lang="en-US"/>
          </a:p>
        </p:txBody>
      </p:sp>
      <p:sp>
        <p:nvSpPr>
          <p:cNvPr id="3" name="Footer Placeholder 2">
            <a:extLst>
              <a:ext uri="{FF2B5EF4-FFF2-40B4-BE49-F238E27FC236}">
                <a16:creationId xmlns:a16="http://schemas.microsoft.com/office/drawing/2014/main" id="{7451CA4E-269C-C5F9-08F0-DA80B97207CA}"/>
              </a:ext>
            </a:extLst>
          </p:cNvPr>
          <p:cNvSpPr txBox="1">
            <a:spLocks noGrp="1"/>
          </p:cNvSpPr>
          <p:nvPr>
            <p:ph type="ftr" sz="quarter" idx="9"/>
          </p:nvPr>
        </p:nvSpPr>
        <p:spPr/>
        <p:txBody>
          <a:bodyPr/>
          <a:lstStyle>
            <a:lvl1pPr>
              <a:defRPr/>
            </a:lvl1pPr>
          </a:lstStyle>
          <a:p>
            <a:pPr lvl="0"/>
            <a:endParaRPr lang="en-US"/>
          </a:p>
        </p:txBody>
      </p:sp>
      <p:sp>
        <p:nvSpPr>
          <p:cNvPr id="4" name="Slide Number Placeholder 3">
            <a:extLst>
              <a:ext uri="{FF2B5EF4-FFF2-40B4-BE49-F238E27FC236}">
                <a16:creationId xmlns:a16="http://schemas.microsoft.com/office/drawing/2014/main" id="{B29B67EF-2FE7-4BA4-1479-E71A6207B4A6}"/>
              </a:ext>
            </a:extLst>
          </p:cNvPr>
          <p:cNvSpPr txBox="1">
            <a:spLocks noGrp="1"/>
          </p:cNvSpPr>
          <p:nvPr>
            <p:ph type="sldNum" sz="quarter" idx="8"/>
          </p:nvPr>
        </p:nvSpPr>
        <p:spPr/>
        <p:txBody>
          <a:bodyPr/>
          <a:lstStyle>
            <a:lvl1pPr>
              <a:defRPr/>
            </a:lvl1pPr>
          </a:lstStyle>
          <a:p>
            <a:pPr lvl="0"/>
            <a:fld id="{AC9366D2-3F02-47C9-94E0-857C0D863437}" type="slidenum">
              <a:t>‹#›</a:t>
            </a:fld>
            <a:endParaRPr lang="en-US"/>
          </a:p>
        </p:txBody>
      </p:sp>
    </p:spTree>
    <p:extLst>
      <p:ext uri="{BB962C8B-B14F-4D97-AF65-F5344CB8AC3E}">
        <p14:creationId xmlns:p14="http://schemas.microsoft.com/office/powerpoint/2010/main" val="12314286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94B85-2688-0B31-BFE1-0FE041A20B61}"/>
              </a:ext>
            </a:extLst>
          </p:cNvPr>
          <p:cNvSpPr txBox="1">
            <a:spLocks noGrp="1"/>
          </p:cNvSpPr>
          <p:nvPr>
            <p:ph type="title"/>
          </p:nvPr>
        </p:nvSpPr>
        <p:spPr>
          <a:xfrm>
            <a:off x="2645331" y="2560320"/>
            <a:ext cx="12386544" cy="8961120"/>
          </a:xfrm>
        </p:spPr>
        <p:txBody>
          <a:bodyPr anchor="b"/>
          <a:lstStyle>
            <a:lvl1pPr>
              <a:defRPr sz="13440"/>
            </a:lvl1pPr>
          </a:lstStyle>
          <a:p>
            <a:pPr lvl="0"/>
            <a:r>
              <a:rPr lang="en-US"/>
              <a:t>Click to edit Master title style</a:t>
            </a:r>
          </a:p>
        </p:txBody>
      </p:sp>
      <p:sp>
        <p:nvSpPr>
          <p:cNvPr id="3" name="Content Placeholder 2">
            <a:extLst>
              <a:ext uri="{FF2B5EF4-FFF2-40B4-BE49-F238E27FC236}">
                <a16:creationId xmlns:a16="http://schemas.microsoft.com/office/drawing/2014/main" id="{17A68C57-1E03-8EEC-D944-4AF0B2942215}"/>
              </a:ext>
            </a:extLst>
          </p:cNvPr>
          <p:cNvSpPr txBox="1">
            <a:spLocks noGrp="1"/>
          </p:cNvSpPr>
          <p:nvPr>
            <p:ph idx="1"/>
          </p:nvPr>
        </p:nvSpPr>
        <p:spPr>
          <a:xfrm>
            <a:off x="16327041" y="5529587"/>
            <a:ext cx="19442429" cy="27292297"/>
          </a:xfrm>
        </p:spPr>
        <p:txBody>
          <a:bodyPr/>
          <a:lstStyle>
            <a:lvl1pPr>
              <a:defRPr sz="13440"/>
            </a:lvl1pPr>
            <a:lvl2pPr>
              <a:defRPr sz="11760"/>
            </a:lvl2pPr>
            <a:lvl3pPr>
              <a:defRPr sz="10080"/>
            </a:lvl3pPr>
            <a:lvl4pPr>
              <a:defRPr sz="8400"/>
            </a:lvl4pPr>
            <a:lvl5pPr>
              <a:defRPr sz="8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CB6FC3C-6DDE-5C6E-9494-77FFF63E2030}"/>
              </a:ext>
            </a:extLst>
          </p:cNvPr>
          <p:cNvSpPr txBox="1">
            <a:spLocks noGrp="1"/>
          </p:cNvSpPr>
          <p:nvPr>
            <p:ph type="body" idx="2"/>
          </p:nvPr>
        </p:nvSpPr>
        <p:spPr>
          <a:xfrm>
            <a:off x="2645331" y="11521440"/>
            <a:ext cx="12386544" cy="21344894"/>
          </a:xfrm>
        </p:spPr>
        <p:txBody>
          <a:bodyPr/>
          <a:lstStyle>
            <a:lvl1pPr marL="0" indent="0">
              <a:buNone/>
              <a:defRPr sz="6720"/>
            </a:lvl1pPr>
          </a:lstStyle>
          <a:p>
            <a:pPr lvl="0"/>
            <a:r>
              <a:rPr lang="en-US"/>
              <a:t>Click to edit Master text styles</a:t>
            </a:r>
          </a:p>
        </p:txBody>
      </p:sp>
      <p:sp>
        <p:nvSpPr>
          <p:cNvPr id="5" name="Date Placeholder 4">
            <a:extLst>
              <a:ext uri="{FF2B5EF4-FFF2-40B4-BE49-F238E27FC236}">
                <a16:creationId xmlns:a16="http://schemas.microsoft.com/office/drawing/2014/main" id="{9DBACAF2-EB28-FB05-5E1A-ED12C0D96AC5}"/>
              </a:ext>
            </a:extLst>
          </p:cNvPr>
          <p:cNvSpPr txBox="1">
            <a:spLocks noGrp="1"/>
          </p:cNvSpPr>
          <p:nvPr>
            <p:ph type="dt" sz="half" idx="7"/>
          </p:nvPr>
        </p:nvSpPr>
        <p:spPr/>
        <p:txBody>
          <a:bodyPr/>
          <a:lstStyle>
            <a:lvl1pPr>
              <a:defRPr/>
            </a:lvl1pPr>
          </a:lstStyle>
          <a:p>
            <a:pPr lvl="0"/>
            <a:fld id="{0022C428-468F-4820-B68F-5A20D2FE00F3}" type="datetime1">
              <a:rPr lang="en-US"/>
              <a:pPr lvl="0"/>
              <a:t>4/6/2026</a:t>
            </a:fld>
            <a:endParaRPr lang="en-US"/>
          </a:p>
        </p:txBody>
      </p:sp>
      <p:sp>
        <p:nvSpPr>
          <p:cNvPr id="6" name="Footer Placeholder 5">
            <a:extLst>
              <a:ext uri="{FF2B5EF4-FFF2-40B4-BE49-F238E27FC236}">
                <a16:creationId xmlns:a16="http://schemas.microsoft.com/office/drawing/2014/main" id="{CFBFA024-7759-5325-AE41-FABA009D5814}"/>
              </a:ext>
            </a:extLst>
          </p:cNvPr>
          <p:cNvSpPr txBox="1">
            <a:spLocks noGrp="1"/>
          </p:cNvSpPr>
          <p:nvPr>
            <p:ph type="ftr" sz="quarter" idx="9"/>
          </p:nvPr>
        </p:nvSpPr>
        <p:spPr/>
        <p:txBody>
          <a:bodyPr/>
          <a:lstStyle>
            <a:lvl1pPr>
              <a:defRPr/>
            </a:lvl1pPr>
          </a:lstStyle>
          <a:p>
            <a:pPr lvl="0"/>
            <a:endParaRPr lang="en-US"/>
          </a:p>
        </p:txBody>
      </p:sp>
      <p:sp>
        <p:nvSpPr>
          <p:cNvPr id="7" name="Slide Number Placeholder 6">
            <a:extLst>
              <a:ext uri="{FF2B5EF4-FFF2-40B4-BE49-F238E27FC236}">
                <a16:creationId xmlns:a16="http://schemas.microsoft.com/office/drawing/2014/main" id="{B159836B-8019-30A1-9F7B-53B27FAE089E}"/>
              </a:ext>
            </a:extLst>
          </p:cNvPr>
          <p:cNvSpPr txBox="1">
            <a:spLocks noGrp="1"/>
          </p:cNvSpPr>
          <p:nvPr>
            <p:ph type="sldNum" sz="quarter" idx="8"/>
          </p:nvPr>
        </p:nvSpPr>
        <p:spPr/>
        <p:txBody>
          <a:bodyPr/>
          <a:lstStyle>
            <a:lvl1pPr>
              <a:defRPr/>
            </a:lvl1pPr>
          </a:lstStyle>
          <a:p>
            <a:pPr lvl="0"/>
            <a:fld id="{22E5B899-4ECB-4E13-8CC8-CC89C4789106}" type="slidenum">
              <a:t>‹#›</a:t>
            </a:fld>
            <a:endParaRPr lang="en-US"/>
          </a:p>
        </p:txBody>
      </p:sp>
    </p:spTree>
    <p:extLst>
      <p:ext uri="{BB962C8B-B14F-4D97-AF65-F5344CB8AC3E}">
        <p14:creationId xmlns:p14="http://schemas.microsoft.com/office/powerpoint/2010/main" val="21832115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5AED0-C81F-10AF-B316-A3A9788BA074}"/>
              </a:ext>
            </a:extLst>
          </p:cNvPr>
          <p:cNvSpPr txBox="1">
            <a:spLocks noGrp="1"/>
          </p:cNvSpPr>
          <p:nvPr>
            <p:ph type="title"/>
          </p:nvPr>
        </p:nvSpPr>
        <p:spPr>
          <a:xfrm>
            <a:off x="2645331" y="2560320"/>
            <a:ext cx="12386544" cy="8961120"/>
          </a:xfrm>
        </p:spPr>
        <p:txBody>
          <a:bodyPr anchor="b"/>
          <a:lstStyle>
            <a:lvl1pPr>
              <a:defRPr sz="13440"/>
            </a:lvl1pPr>
          </a:lstStyle>
          <a:p>
            <a:pPr lvl="0"/>
            <a:r>
              <a:rPr lang="en-US"/>
              <a:t>Click to edit Master title style</a:t>
            </a:r>
          </a:p>
        </p:txBody>
      </p:sp>
      <p:sp>
        <p:nvSpPr>
          <p:cNvPr id="3" name="Picture Placeholder 2">
            <a:extLst>
              <a:ext uri="{FF2B5EF4-FFF2-40B4-BE49-F238E27FC236}">
                <a16:creationId xmlns:a16="http://schemas.microsoft.com/office/drawing/2014/main" id="{9394F60F-DCA7-F16D-97BA-4FAF30F03AAE}"/>
              </a:ext>
            </a:extLst>
          </p:cNvPr>
          <p:cNvSpPr txBox="1">
            <a:spLocks noGrp="1"/>
          </p:cNvSpPr>
          <p:nvPr>
            <p:ph type="pic" idx="1"/>
          </p:nvPr>
        </p:nvSpPr>
        <p:spPr>
          <a:xfrm>
            <a:off x="16327041" y="5529587"/>
            <a:ext cx="19442429" cy="27292297"/>
          </a:xfrm>
        </p:spPr>
        <p:txBody>
          <a:bodyPr/>
          <a:lstStyle>
            <a:lvl1pPr marL="0" indent="0">
              <a:buNone/>
              <a:defRPr sz="13440"/>
            </a:lvl1pPr>
          </a:lstStyle>
          <a:p>
            <a:pPr lvl="0"/>
            <a:r>
              <a:rPr lang="en-US"/>
              <a:t>Click icon to add picture</a:t>
            </a:r>
          </a:p>
        </p:txBody>
      </p:sp>
      <p:sp>
        <p:nvSpPr>
          <p:cNvPr id="4" name="Text Placeholder 3">
            <a:extLst>
              <a:ext uri="{FF2B5EF4-FFF2-40B4-BE49-F238E27FC236}">
                <a16:creationId xmlns:a16="http://schemas.microsoft.com/office/drawing/2014/main" id="{F868A04E-8C76-4208-F570-CDDFF1F1E2CE}"/>
              </a:ext>
            </a:extLst>
          </p:cNvPr>
          <p:cNvSpPr txBox="1">
            <a:spLocks noGrp="1"/>
          </p:cNvSpPr>
          <p:nvPr>
            <p:ph type="body" idx="2"/>
          </p:nvPr>
        </p:nvSpPr>
        <p:spPr>
          <a:xfrm>
            <a:off x="2645331" y="11521440"/>
            <a:ext cx="12386544" cy="21344894"/>
          </a:xfrm>
        </p:spPr>
        <p:txBody>
          <a:bodyPr/>
          <a:lstStyle>
            <a:lvl1pPr marL="0" indent="0">
              <a:buNone/>
              <a:defRPr sz="6720"/>
            </a:lvl1pPr>
          </a:lstStyle>
          <a:p>
            <a:pPr lvl="0"/>
            <a:r>
              <a:rPr lang="en-US"/>
              <a:t>Click to edit Master text styles</a:t>
            </a:r>
          </a:p>
        </p:txBody>
      </p:sp>
      <p:sp>
        <p:nvSpPr>
          <p:cNvPr id="5" name="Date Placeholder 4">
            <a:extLst>
              <a:ext uri="{FF2B5EF4-FFF2-40B4-BE49-F238E27FC236}">
                <a16:creationId xmlns:a16="http://schemas.microsoft.com/office/drawing/2014/main" id="{B2E764DE-724C-6E09-0837-F41A42E2BE1F}"/>
              </a:ext>
            </a:extLst>
          </p:cNvPr>
          <p:cNvSpPr txBox="1">
            <a:spLocks noGrp="1"/>
          </p:cNvSpPr>
          <p:nvPr>
            <p:ph type="dt" sz="half" idx="7"/>
          </p:nvPr>
        </p:nvSpPr>
        <p:spPr/>
        <p:txBody>
          <a:bodyPr/>
          <a:lstStyle>
            <a:lvl1pPr>
              <a:defRPr/>
            </a:lvl1pPr>
          </a:lstStyle>
          <a:p>
            <a:pPr lvl="0"/>
            <a:fld id="{1DDA2C4F-D385-46B4-BA56-B367EFFC39F4}" type="datetime1">
              <a:rPr lang="en-US"/>
              <a:pPr lvl="0"/>
              <a:t>4/6/2026</a:t>
            </a:fld>
            <a:endParaRPr lang="en-US"/>
          </a:p>
        </p:txBody>
      </p:sp>
      <p:sp>
        <p:nvSpPr>
          <p:cNvPr id="6" name="Footer Placeholder 5">
            <a:extLst>
              <a:ext uri="{FF2B5EF4-FFF2-40B4-BE49-F238E27FC236}">
                <a16:creationId xmlns:a16="http://schemas.microsoft.com/office/drawing/2014/main" id="{6A63B372-441A-9955-E218-BFAA2452F1E6}"/>
              </a:ext>
            </a:extLst>
          </p:cNvPr>
          <p:cNvSpPr txBox="1">
            <a:spLocks noGrp="1"/>
          </p:cNvSpPr>
          <p:nvPr>
            <p:ph type="ftr" sz="quarter" idx="9"/>
          </p:nvPr>
        </p:nvSpPr>
        <p:spPr/>
        <p:txBody>
          <a:bodyPr/>
          <a:lstStyle>
            <a:lvl1pPr>
              <a:defRPr/>
            </a:lvl1pPr>
          </a:lstStyle>
          <a:p>
            <a:pPr lvl="0"/>
            <a:endParaRPr lang="en-US"/>
          </a:p>
        </p:txBody>
      </p:sp>
      <p:sp>
        <p:nvSpPr>
          <p:cNvPr id="7" name="Slide Number Placeholder 6">
            <a:extLst>
              <a:ext uri="{FF2B5EF4-FFF2-40B4-BE49-F238E27FC236}">
                <a16:creationId xmlns:a16="http://schemas.microsoft.com/office/drawing/2014/main" id="{45467D8F-4E74-2D10-7172-DC237B984AAE}"/>
              </a:ext>
            </a:extLst>
          </p:cNvPr>
          <p:cNvSpPr txBox="1">
            <a:spLocks noGrp="1"/>
          </p:cNvSpPr>
          <p:nvPr>
            <p:ph type="sldNum" sz="quarter" idx="8"/>
          </p:nvPr>
        </p:nvSpPr>
        <p:spPr/>
        <p:txBody>
          <a:bodyPr/>
          <a:lstStyle>
            <a:lvl1pPr>
              <a:defRPr/>
            </a:lvl1pPr>
          </a:lstStyle>
          <a:p>
            <a:pPr lvl="0"/>
            <a:fld id="{33454F29-10F3-423F-994B-7E8F0D274EAF}" type="slidenum">
              <a:t>‹#›</a:t>
            </a:fld>
            <a:endParaRPr lang="en-US"/>
          </a:p>
        </p:txBody>
      </p:sp>
    </p:spTree>
    <p:extLst>
      <p:ext uri="{BB962C8B-B14F-4D97-AF65-F5344CB8AC3E}">
        <p14:creationId xmlns:p14="http://schemas.microsoft.com/office/powerpoint/2010/main" val="1659418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36018-5AC8-331C-BE8F-568905C9E2D8}"/>
              </a:ext>
            </a:extLst>
          </p:cNvPr>
          <p:cNvSpPr txBox="1">
            <a:spLocks noGrp="1"/>
          </p:cNvSpPr>
          <p:nvPr>
            <p:ph type="title"/>
          </p:nvPr>
        </p:nvSpPr>
        <p:spPr/>
        <p:txBody>
          <a:bodyPr/>
          <a:lstStyle>
            <a:lvl1pPr>
              <a:defRPr/>
            </a:lvl1pPr>
          </a:lstStyle>
          <a:p>
            <a:pPr lvl="0"/>
            <a:r>
              <a:rPr lang="en-US"/>
              <a:t>Click to edit Master title style</a:t>
            </a:r>
          </a:p>
        </p:txBody>
      </p:sp>
      <p:sp>
        <p:nvSpPr>
          <p:cNvPr id="3" name="Vertical Text Placeholder 2">
            <a:extLst>
              <a:ext uri="{FF2B5EF4-FFF2-40B4-BE49-F238E27FC236}">
                <a16:creationId xmlns:a16="http://schemas.microsoft.com/office/drawing/2014/main" id="{A9802A94-1F81-6560-EA3B-69F5E77AAB42}"/>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FCA007-AD26-0702-7551-EEDBC3CDCECC}"/>
              </a:ext>
            </a:extLst>
          </p:cNvPr>
          <p:cNvSpPr txBox="1">
            <a:spLocks noGrp="1"/>
          </p:cNvSpPr>
          <p:nvPr>
            <p:ph type="dt" sz="half" idx="7"/>
          </p:nvPr>
        </p:nvSpPr>
        <p:spPr/>
        <p:txBody>
          <a:bodyPr/>
          <a:lstStyle>
            <a:lvl1pPr>
              <a:defRPr/>
            </a:lvl1pPr>
          </a:lstStyle>
          <a:p>
            <a:pPr lvl="0"/>
            <a:fld id="{3909C996-6C08-4985-9FE2-379B3AEB0710}" type="datetime1">
              <a:rPr lang="en-US"/>
              <a:pPr lvl="0"/>
              <a:t>4/6/2026</a:t>
            </a:fld>
            <a:endParaRPr lang="en-US"/>
          </a:p>
        </p:txBody>
      </p:sp>
      <p:sp>
        <p:nvSpPr>
          <p:cNvPr id="5" name="Footer Placeholder 4">
            <a:extLst>
              <a:ext uri="{FF2B5EF4-FFF2-40B4-BE49-F238E27FC236}">
                <a16:creationId xmlns:a16="http://schemas.microsoft.com/office/drawing/2014/main" id="{4DD02640-BBEA-0C57-E478-8687B748B881}"/>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319674FD-6A61-5F78-F385-CE1FA8E938BF}"/>
              </a:ext>
            </a:extLst>
          </p:cNvPr>
          <p:cNvSpPr txBox="1">
            <a:spLocks noGrp="1"/>
          </p:cNvSpPr>
          <p:nvPr>
            <p:ph type="sldNum" sz="quarter" idx="8"/>
          </p:nvPr>
        </p:nvSpPr>
        <p:spPr/>
        <p:txBody>
          <a:bodyPr/>
          <a:lstStyle>
            <a:lvl1pPr>
              <a:defRPr/>
            </a:lvl1pPr>
          </a:lstStyle>
          <a:p>
            <a:pPr lvl="0"/>
            <a:fld id="{5D989430-1737-4B08-A533-76CAD1A3CF19}" type="slidenum">
              <a:t>‹#›</a:t>
            </a:fld>
            <a:endParaRPr lang="en-US"/>
          </a:p>
        </p:txBody>
      </p:sp>
    </p:spTree>
    <p:extLst>
      <p:ext uri="{BB962C8B-B14F-4D97-AF65-F5344CB8AC3E}">
        <p14:creationId xmlns:p14="http://schemas.microsoft.com/office/powerpoint/2010/main" val="15889356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161F96-E32B-861B-0AD7-FB7515574ED9}"/>
              </a:ext>
            </a:extLst>
          </p:cNvPr>
          <p:cNvSpPr txBox="1">
            <a:spLocks noGrp="1"/>
          </p:cNvSpPr>
          <p:nvPr>
            <p:ph type="title" orient="vert"/>
          </p:nvPr>
        </p:nvSpPr>
        <p:spPr>
          <a:xfrm>
            <a:off x="27483435" y="2044698"/>
            <a:ext cx="8281035" cy="32546294"/>
          </a:xfrm>
        </p:spPr>
        <p:txBody>
          <a:bodyPr vert="eaVert"/>
          <a:lstStyle>
            <a:lvl1pPr>
              <a:defRPr/>
            </a:lvl1pPr>
          </a:lstStyle>
          <a:p>
            <a:pPr lvl="0"/>
            <a:r>
              <a:rPr lang="en-US"/>
              <a:t>Click to edit Master title style</a:t>
            </a:r>
          </a:p>
        </p:txBody>
      </p:sp>
      <p:sp>
        <p:nvSpPr>
          <p:cNvPr id="3" name="Vertical Text Placeholder 2">
            <a:extLst>
              <a:ext uri="{FF2B5EF4-FFF2-40B4-BE49-F238E27FC236}">
                <a16:creationId xmlns:a16="http://schemas.microsoft.com/office/drawing/2014/main" id="{7CA575AB-E2DA-4FD0-17F4-03EDDB6A16A3}"/>
              </a:ext>
            </a:extLst>
          </p:cNvPr>
          <p:cNvSpPr txBox="1">
            <a:spLocks noGrp="1"/>
          </p:cNvSpPr>
          <p:nvPr>
            <p:ph type="body" orient="vert" idx="1"/>
          </p:nvPr>
        </p:nvSpPr>
        <p:spPr>
          <a:xfrm>
            <a:off x="2640330" y="2044698"/>
            <a:ext cx="24363045" cy="32546294"/>
          </a:xfrm>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71ECC3-4B9C-5941-3B71-94CDEBAB1E91}"/>
              </a:ext>
            </a:extLst>
          </p:cNvPr>
          <p:cNvSpPr txBox="1">
            <a:spLocks noGrp="1"/>
          </p:cNvSpPr>
          <p:nvPr>
            <p:ph type="dt" sz="half" idx="7"/>
          </p:nvPr>
        </p:nvSpPr>
        <p:spPr/>
        <p:txBody>
          <a:bodyPr/>
          <a:lstStyle>
            <a:lvl1pPr>
              <a:defRPr/>
            </a:lvl1pPr>
          </a:lstStyle>
          <a:p>
            <a:pPr lvl="0"/>
            <a:fld id="{6D5AE1D4-F9DF-41D7-9FF1-3D5D9E716EF4}" type="datetime1">
              <a:rPr lang="en-US"/>
              <a:pPr lvl="0"/>
              <a:t>4/6/2026</a:t>
            </a:fld>
            <a:endParaRPr lang="en-US"/>
          </a:p>
        </p:txBody>
      </p:sp>
      <p:sp>
        <p:nvSpPr>
          <p:cNvPr id="5" name="Footer Placeholder 4">
            <a:extLst>
              <a:ext uri="{FF2B5EF4-FFF2-40B4-BE49-F238E27FC236}">
                <a16:creationId xmlns:a16="http://schemas.microsoft.com/office/drawing/2014/main" id="{F79E8087-DEC5-D08E-F5C2-EE840E6B6F1F}"/>
              </a:ext>
            </a:extLst>
          </p:cNvPr>
          <p:cNvSpPr txBox="1">
            <a:spLocks noGrp="1"/>
          </p:cNvSpPr>
          <p:nvPr>
            <p:ph type="ftr" sz="quarter" idx="9"/>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B0EC9B3D-41F4-7E21-4091-D387C2A17964}"/>
              </a:ext>
            </a:extLst>
          </p:cNvPr>
          <p:cNvSpPr txBox="1">
            <a:spLocks noGrp="1"/>
          </p:cNvSpPr>
          <p:nvPr>
            <p:ph type="sldNum" sz="quarter" idx="8"/>
          </p:nvPr>
        </p:nvSpPr>
        <p:spPr/>
        <p:txBody>
          <a:bodyPr/>
          <a:lstStyle>
            <a:lvl1pPr>
              <a:defRPr/>
            </a:lvl1pPr>
          </a:lstStyle>
          <a:p>
            <a:pPr lvl="0"/>
            <a:fld id="{A14C594C-3134-4DF0-9E2F-CF0366F5C7BE}" type="slidenum">
              <a:t>‹#›</a:t>
            </a:fld>
            <a:endParaRPr lang="en-US"/>
          </a:p>
        </p:txBody>
      </p:sp>
    </p:spTree>
    <p:extLst>
      <p:ext uri="{BB962C8B-B14F-4D97-AF65-F5344CB8AC3E}">
        <p14:creationId xmlns:p14="http://schemas.microsoft.com/office/powerpoint/2010/main" val="811582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AEC9E84-C8F3-EA6C-3C6B-A0AB71F26D84}"/>
              </a:ext>
            </a:extLst>
          </p:cNvPr>
          <p:cNvSpPr txBox="1">
            <a:spLocks noGrp="1"/>
          </p:cNvSpPr>
          <p:nvPr>
            <p:ph type="title"/>
          </p:nvPr>
        </p:nvSpPr>
        <p:spPr>
          <a:xfrm>
            <a:off x="2640330" y="2044708"/>
            <a:ext cx="33124140" cy="7423154"/>
          </a:xfrm>
          <a:prstGeom prst="rect">
            <a:avLst/>
          </a:prstGeom>
          <a:noFill/>
          <a:ln>
            <a:noFill/>
          </a:ln>
        </p:spPr>
        <p:txBody>
          <a:bodyPr vert="horz" wrap="square" lIns="91440" tIns="45720" rIns="91440" bIns="45720" anchor="ctr" anchorCtr="0" compatLnSpc="1">
            <a:normAutofit/>
          </a:bodyPr>
          <a:lstStyle/>
          <a:p>
            <a:pPr lvl="0"/>
            <a:r>
              <a:rPr lang="en-US"/>
              <a:t>Click to edit Master title style</a:t>
            </a:r>
          </a:p>
        </p:txBody>
      </p:sp>
      <p:sp>
        <p:nvSpPr>
          <p:cNvPr id="3" name="Text Placeholder 2">
            <a:extLst>
              <a:ext uri="{FF2B5EF4-FFF2-40B4-BE49-F238E27FC236}">
                <a16:creationId xmlns:a16="http://schemas.microsoft.com/office/drawing/2014/main" id="{DB42F038-77F3-3C4C-D58C-9361F3601370}"/>
              </a:ext>
            </a:extLst>
          </p:cNvPr>
          <p:cNvSpPr txBox="1">
            <a:spLocks noGrp="1"/>
          </p:cNvSpPr>
          <p:nvPr>
            <p:ph type="body" idx="1"/>
          </p:nvPr>
        </p:nvSpPr>
        <p:spPr>
          <a:xfrm>
            <a:off x="2640330" y="10223504"/>
            <a:ext cx="33124140" cy="24367488"/>
          </a:xfrm>
          <a:prstGeom prst="rect">
            <a:avLst/>
          </a:prstGeom>
          <a:noFill/>
          <a:ln>
            <a:noFill/>
          </a:ln>
        </p:spPr>
        <p:txBody>
          <a:bodyPr vert="horz" wrap="square" lIns="91440" tIns="45720" rIns="91440" bIns="45720" anchor="t" anchorCtr="0" compatLnSpc="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2C9BC5-A314-F71B-01CB-F3DCBC1B57A0}"/>
              </a:ext>
            </a:extLst>
          </p:cNvPr>
          <p:cNvSpPr txBox="1">
            <a:spLocks noGrp="1"/>
          </p:cNvSpPr>
          <p:nvPr>
            <p:ph type="dt" sz="half" idx="2"/>
          </p:nvPr>
        </p:nvSpPr>
        <p:spPr>
          <a:xfrm>
            <a:off x="2640330" y="35595571"/>
            <a:ext cx="8641080" cy="2044698"/>
          </a:xfrm>
          <a:prstGeom prst="rect">
            <a:avLst/>
          </a:prstGeom>
          <a:noFill/>
          <a:ln>
            <a:noFill/>
          </a:ln>
        </p:spPr>
        <p:txBody>
          <a:bodyPr vert="horz" wrap="square" lIns="91440" tIns="45720" rIns="91440" bIns="45720" anchor="ctr" anchorCtr="0" compatLnSpc="1">
            <a:noAutofit/>
          </a:bodyPr>
          <a:lstStyle>
            <a:lvl1pPr marL="0" marR="0" lvl="0" indent="0" algn="l" defTabSz="3686860" rtl="0" fontAlgn="auto" hangingPunct="1">
              <a:lnSpc>
                <a:spcPct val="100000"/>
              </a:lnSpc>
              <a:spcBef>
                <a:spcPts val="0"/>
              </a:spcBef>
              <a:spcAft>
                <a:spcPts val="0"/>
              </a:spcAft>
              <a:buNone/>
              <a:tabLst/>
              <a:defRPr lang="en-US" sz="5040" b="0" i="0" u="none" strike="noStrike" kern="1200" cap="none" spc="0" baseline="0">
                <a:solidFill>
                  <a:srgbClr val="898989"/>
                </a:solidFill>
                <a:uFillTx/>
                <a:latin typeface="Calibri"/>
              </a:defRPr>
            </a:lvl1pPr>
          </a:lstStyle>
          <a:p>
            <a:pPr lvl="0"/>
            <a:fld id="{2FBAE5D9-2ECA-488A-ADF1-DAADA7B63FD2}" type="datetime1">
              <a:rPr lang="en-US"/>
              <a:pPr lvl="0"/>
              <a:t>4/6/2026</a:t>
            </a:fld>
            <a:endParaRPr lang="en-US"/>
          </a:p>
        </p:txBody>
      </p:sp>
      <p:sp>
        <p:nvSpPr>
          <p:cNvPr id="5" name="Footer Placeholder 4">
            <a:extLst>
              <a:ext uri="{FF2B5EF4-FFF2-40B4-BE49-F238E27FC236}">
                <a16:creationId xmlns:a16="http://schemas.microsoft.com/office/drawing/2014/main" id="{26BCBBD2-0FFE-A4FB-9521-8A434A134BFF}"/>
              </a:ext>
            </a:extLst>
          </p:cNvPr>
          <p:cNvSpPr txBox="1">
            <a:spLocks noGrp="1"/>
          </p:cNvSpPr>
          <p:nvPr>
            <p:ph type="ftr" sz="quarter" idx="3"/>
          </p:nvPr>
        </p:nvSpPr>
        <p:spPr>
          <a:xfrm>
            <a:off x="12721590" y="35595571"/>
            <a:ext cx="12961620" cy="2044698"/>
          </a:xfrm>
          <a:prstGeom prst="rect">
            <a:avLst/>
          </a:prstGeom>
          <a:noFill/>
          <a:ln>
            <a:noFill/>
          </a:ln>
        </p:spPr>
        <p:txBody>
          <a:bodyPr vert="horz" wrap="square" lIns="91440" tIns="45720" rIns="91440" bIns="45720" anchor="ctr" anchorCtr="1" compatLnSpc="1">
            <a:noAutofit/>
          </a:bodyPr>
          <a:lstStyle>
            <a:lvl1pPr marL="0" marR="0" lvl="0" indent="0" algn="ctr" defTabSz="3686860" rtl="0" fontAlgn="auto" hangingPunct="1">
              <a:lnSpc>
                <a:spcPct val="100000"/>
              </a:lnSpc>
              <a:spcBef>
                <a:spcPts val="0"/>
              </a:spcBef>
              <a:spcAft>
                <a:spcPts val="0"/>
              </a:spcAft>
              <a:buNone/>
              <a:tabLst/>
              <a:defRPr lang="en-US" sz="5040" b="0" i="0" u="none" strike="noStrike" kern="1200" cap="none" spc="0" baseline="0">
                <a:solidFill>
                  <a:srgbClr val="898989"/>
                </a:solidFill>
                <a:uFillTx/>
                <a:latin typeface="Calibri"/>
              </a:defRPr>
            </a:lvl1pPr>
          </a:lstStyle>
          <a:p>
            <a:pPr lvl="0"/>
            <a:endParaRPr lang="en-US"/>
          </a:p>
        </p:txBody>
      </p:sp>
      <p:sp>
        <p:nvSpPr>
          <p:cNvPr id="6" name="Slide Number Placeholder 5">
            <a:extLst>
              <a:ext uri="{FF2B5EF4-FFF2-40B4-BE49-F238E27FC236}">
                <a16:creationId xmlns:a16="http://schemas.microsoft.com/office/drawing/2014/main" id="{E9402FE2-DC3E-C78F-DC1A-596E686D58C9}"/>
              </a:ext>
            </a:extLst>
          </p:cNvPr>
          <p:cNvSpPr txBox="1">
            <a:spLocks noGrp="1"/>
          </p:cNvSpPr>
          <p:nvPr>
            <p:ph type="sldNum" sz="quarter" idx="4"/>
          </p:nvPr>
        </p:nvSpPr>
        <p:spPr>
          <a:xfrm>
            <a:off x="27123389" y="35595571"/>
            <a:ext cx="8641080" cy="2044698"/>
          </a:xfrm>
          <a:prstGeom prst="rect">
            <a:avLst/>
          </a:prstGeom>
          <a:noFill/>
          <a:ln>
            <a:noFill/>
          </a:ln>
        </p:spPr>
        <p:txBody>
          <a:bodyPr vert="horz" wrap="square" lIns="91440" tIns="45720" rIns="91440" bIns="45720" anchor="ctr" anchorCtr="0" compatLnSpc="1">
            <a:noAutofit/>
          </a:bodyPr>
          <a:lstStyle>
            <a:lvl1pPr marL="0" marR="0" lvl="0" indent="0" algn="r" defTabSz="3686860" rtl="0" fontAlgn="auto" hangingPunct="1">
              <a:lnSpc>
                <a:spcPct val="100000"/>
              </a:lnSpc>
              <a:spcBef>
                <a:spcPts val="0"/>
              </a:spcBef>
              <a:spcAft>
                <a:spcPts val="0"/>
              </a:spcAft>
              <a:buNone/>
              <a:tabLst/>
              <a:defRPr lang="en-US" sz="5040" b="0" i="0" u="none" strike="noStrike" kern="1200" cap="none" spc="0" baseline="0">
                <a:solidFill>
                  <a:srgbClr val="898989"/>
                </a:solidFill>
                <a:uFillTx/>
                <a:latin typeface="Calibri"/>
              </a:defRPr>
            </a:lvl1pPr>
          </a:lstStyle>
          <a:p>
            <a:pPr lvl="0"/>
            <a:fld id="{6E2ED569-F1F5-4C6B-9218-E2225881B73D}" type="slidenum">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marL="0" marR="0" lvl="0" indent="0" algn="l" defTabSz="3840480" rtl="0" fontAlgn="auto" hangingPunct="1">
        <a:lnSpc>
          <a:spcPct val="90000"/>
        </a:lnSpc>
        <a:spcBef>
          <a:spcPts val="0"/>
        </a:spcBef>
        <a:spcAft>
          <a:spcPts val="0"/>
        </a:spcAft>
        <a:buNone/>
        <a:tabLst/>
        <a:defRPr lang="en-US" sz="18480" b="0" i="0" u="none" strike="noStrike" kern="1200" cap="none" spc="0" baseline="0">
          <a:solidFill>
            <a:srgbClr val="000000"/>
          </a:solidFill>
          <a:uFillTx/>
          <a:latin typeface="Calibri Light"/>
        </a:defRPr>
      </a:lvl1pPr>
    </p:titleStyle>
    <p:bodyStyle>
      <a:lvl1pPr marL="960120" marR="0" lvl="0" indent="-960120" algn="l" defTabSz="3840480" rtl="0" fontAlgn="auto" hangingPunct="1">
        <a:lnSpc>
          <a:spcPct val="90000"/>
        </a:lnSpc>
        <a:spcBef>
          <a:spcPts val="4200"/>
        </a:spcBef>
        <a:spcAft>
          <a:spcPts val="0"/>
        </a:spcAft>
        <a:buSzPct val="100000"/>
        <a:buFont typeface="Arial" pitchFamily="34"/>
        <a:buChar char="•"/>
        <a:tabLst/>
        <a:defRPr lang="en-US" sz="11760" b="0" i="0" u="none" strike="noStrike" kern="1200" cap="none" spc="0" baseline="0">
          <a:solidFill>
            <a:srgbClr val="000000"/>
          </a:solidFill>
          <a:uFillTx/>
          <a:latin typeface="Calibri"/>
        </a:defRPr>
      </a:lvl1pPr>
      <a:lvl2pPr marL="2880360" marR="0" lvl="1" indent="-960120" algn="l" defTabSz="3840480" rtl="0" fontAlgn="auto" hangingPunct="1">
        <a:lnSpc>
          <a:spcPct val="90000"/>
        </a:lnSpc>
        <a:spcBef>
          <a:spcPts val="2100"/>
        </a:spcBef>
        <a:spcAft>
          <a:spcPts val="0"/>
        </a:spcAft>
        <a:buSzPct val="100000"/>
        <a:buFont typeface="Arial" pitchFamily="34"/>
        <a:buChar char="•"/>
        <a:tabLst/>
        <a:defRPr lang="en-US" sz="10080" b="0" i="0" u="none" strike="noStrike" kern="1200" cap="none" spc="0" baseline="0">
          <a:solidFill>
            <a:srgbClr val="000000"/>
          </a:solidFill>
          <a:uFillTx/>
          <a:latin typeface="Calibri"/>
        </a:defRPr>
      </a:lvl2pPr>
      <a:lvl3pPr marL="4800600" marR="0" lvl="2" indent="-960120" algn="l" defTabSz="3840480" rtl="0" fontAlgn="auto" hangingPunct="1">
        <a:lnSpc>
          <a:spcPct val="90000"/>
        </a:lnSpc>
        <a:spcBef>
          <a:spcPts val="2100"/>
        </a:spcBef>
        <a:spcAft>
          <a:spcPts val="0"/>
        </a:spcAft>
        <a:buSzPct val="100000"/>
        <a:buFont typeface="Arial" pitchFamily="34"/>
        <a:buChar char="•"/>
        <a:tabLst/>
        <a:defRPr lang="en-US" sz="8400" b="0" i="0" u="none" strike="noStrike" kern="1200" cap="none" spc="0" baseline="0">
          <a:solidFill>
            <a:srgbClr val="000000"/>
          </a:solidFill>
          <a:uFillTx/>
          <a:latin typeface="Calibri"/>
        </a:defRPr>
      </a:lvl3pPr>
      <a:lvl4pPr marL="6720840" marR="0" lvl="3" indent="-960120" algn="l" defTabSz="3840480" rtl="0" fontAlgn="auto" hangingPunct="1">
        <a:lnSpc>
          <a:spcPct val="90000"/>
        </a:lnSpc>
        <a:spcBef>
          <a:spcPts val="2100"/>
        </a:spcBef>
        <a:spcAft>
          <a:spcPts val="0"/>
        </a:spcAft>
        <a:buSzPct val="100000"/>
        <a:buFont typeface="Arial" pitchFamily="34"/>
        <a:buChar char="•"/>
        <a:tabLst/>
        <a:defRPr lang="en-US" sz="7560" b="0" i="0" u="none" strike="noStrike" kern="1200" cap="none" spc="0" baseline="0">
          <a:solidFill>
            <a:srgbClr val="000000"/>
          </a:solidFill>
          <a:uFillTx/>
          <a:latin typeface="Calibri"/>
        </a:defRPr>
      </a:lvl4pPr>
      <a:lvl5pPr marL="8641080" marR="0" lvl="4" indent="-960120" algn="l" defTabSz="3840480" rtl="0" fontAlgn="auto" hangingPunct="1">
        <a:lnSpc>
          <a:spcPct val="90000"/>
        </a:lnSpc>
        <a:spcBef>
          <a:spcPts val="2100"/>
        </a:spcBef>
        <a:spcAft>
          <a:spcPts val="0"/>
        </a:spcAft>
        <a:buSzPct val="100000"/>
        <a:buFont typeface="Arial" pitchFamily="34"/>
        <a:buChar char="•"/>
        <a:tabLst/>
        <a:defRPr lang="en-US" sz="756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node.js/" TargetMode="External"/><Relationship Id="rId13" Type="http://schemas.openxmlformats.org/officeDocument/2006/relationships/hyperlink" Target="https://developers.google.com/books" TargetMode="External"/><Relationship Id="rId3" Type="http://schemas.openxmlformats.org/officeDocument/2006/relationships/image" Target="../media/image1.png"/><Relationship Id="rId7" Type="http://schemas.openxmlformats.org/officeDocument/2006/relationships/hyperlink" Target="https://nextjs.org/" TargetMode="External"/><Relationship Id="rId12" Type="http://schemas.openxmlformats.org/officeDocument/2006/relationships/hyperlink" Target="https://rawg.io/apidocs" TargetMode="External"/><Relationship Id="rId17" Type="http://schemas.openxmlformats.org/officeDocument/2006/relationships/image" Target="../media/image5.png"/><Relationship Id="rId2" Type="http://schemas.openxmlformats.org/officeDocument/2006/relationships/notesSlide" Target="../notesSlides/notesSlide1.xml"/><Relationship Id="rId16"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hyperlink" Target="http://next.js/" TargetMode="External"/><Relationship Id="rId11" Type="http://schemas.openxmlformats.org/officeDocument/2006/relationships/hyperlink" Target="https://jikan.moe/" TargetMode="External"/><Relationship Id="rId5" Type="http://schemas.openxmlformats.org/officeDocument/2006/relationships/hyperlink" Target="http://react.js/" TargetMode="External"/><Relationship Id="rId15" Type="http://schemas.openxmlformats.org/officeDocument/2006/relationships/image" Target="../media/image3.png"/><Relationship Id="rId10" Type="http://schemas.openxmlformats.org/officeDocument/2006/relationships/hyperlink" Target="https://www.postgresql.org/" TargetMode="External"/><Relationship Id="rId4" Type="http://schemas.openxmlformats.org/officeDocument/2006/relationships/hyperlink" Target="http://www.typescriptlang.org/" TargetMode="External"/><Relationship Id="rId9" Type="http://schemas.openxmlformats.org/officeDocument/2006/relationships/hyperlink" Target="https://supabase.com/" TargetMode="External"/><Relationship Id="rId1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2">
    <p:spTree>
      <p:nvGrpSpPr>
        <p:cNvPr id="1" name=""/>
        <p:cNvGrpSpPr/>
        <p:nvPr/>
      </p:nvGrpSpPr>
      <p:grpSpPr>
        <a:xfrm>
          <a:off x="0" y="0"/>
          <a:ext cx="0" cy="0"/>
          <a:chOff x="0" y="0"/>
          <a:chExt cx="0" cy="0"/>
        </a:xfrm>
      </p:grpSpPr>
      <p:sp>
        <p:nvSpPr>
          <p:cNvPr id="2" name="TextBox 15">
            <a:extLst>
              <a:ext uri="{FF2B5EF4-FFF2-40B4-BE49-F238E27FC236}">
                <a16:creationId xmlns:a16="http://schemas.microsoft.com/office/drawing/2014/main" id="{8C4FCFE3-EF2E-3B08-CB8F-6BE968CE0117}"/>
              </a:ext>
            </a:extLst>
          </p:cNvPr>
          <p:cNvSpPr txBox="1"/>
          <p:nvPr/>
        </p:nvSpPr>
        <p:spPr>
          <a:xfrm>
            <a:off x="1371600" y="7315200"/>
            <a:ext cx="7543800" cy="7294305"/>
          </a:xfrm>
          <a:prstGeom prst="rect">
            <a:avLst/>
          </a:prstGeom>
          <a:solidFill>
            <a:srgbClr val="FFFFFF"/>
          </a:solidFill>
          <a:ln cap="flat">
            <a:noFill/>
          </a:ln>
        </p:spPr>
        <p:txBody>
          <a:bodyPr vert="horz" wrap="square" lIns="91440" tIns="45720" rIns="91440" bIns="45720" anchor="t" anchorCtr="0" compatLnSpc="1">
            <a:spAutoFit/>
          </a:bodyPr>
          <a:lstStyle/>
          <a:p>
            <a:pPr marL="0" marR="0" lvl="0" indent="0" algn="just"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600" b="0" i="0" u="none" strike="noStrike" kern="1200" cap="none" spc="0" baseline="0" dirty="0" err="1">
                <a:solidFill>
                  <a:srgbClr val="000000"/>
                </a:solidFill>
                <a:uFillTx/>
                <a:latin typeface="Calibri"/>
              </a:rPr>
              <a:t>UrMedia</a:t>
            </a:r>
            <a:r>
              <a:rPr lang="en-US" sz="3600" b="0" i="0" u="none" strike="noStrike" kern="1200" cap="none" spc="0" baseline="0" dirty="0">
                <a:solidFill>
                  <a:srgbClr val="000000"/>
                </a:solidFill>
                <a:uFillTx/>
                <a:latin typeface="Calibri"/>
              </a:rPr>
              <a:t> is designed to improve the media logging experience by consolidating multiple tracking services into one intuitive platform. It allows users to track all forms of media in a single location, interact with friends through ratings and reviews, and stay updated with upcoming releases using a countdown feature. A customizable dashboard further enhances usability by organizing content, such as “plan to watch” and “in-progress” lists, within a clean, user-friendly interface.</a:t>
            </a:r>
            <a:endParaRPr lang="en-US" sz="7250" b="0" i="0" u="none" strike="noStrike" kern="1200" cap="none" spc="0" baseline="0" dirty="0">
              <a:solidFill>
                <a:srgbClr val="000000"/>
              </a:solidFill>
              <a:uFillTx/>
              <a:latin typeface="Calibri"/>
              <a:ea typeface="Calibri"/>
              <a:cs typeface="Calibri"/>
            </a:endParaRPr>
          </a:p>
        </p:txBody>
      </p:sp>
      <p:sp>
        <p:nvSpPr>
          <p:cNvPr id="3" name="TextBox 41">
            <a:extLst>
              <a:ext uri="{FF2B5EF4-FFF2-40B4-BE49-F238E27FC236}">
                <a16:creationId xmlns:a16="http://schemas.microsoft.com/office/drawing/2014/main" id="{8ABBB9C0-B328-0B3B-6D7E-D81AB83FA1AB}"/>
              </a:ext>
            </a:extLst>
          </p:cNvPr>
          <p:cNvSpPr txBox="1"/>
          <p:nvPr/>
        </p:nvSpPr>
        <p:spPr>
          <a:xfrm>
            <a:off x="1371600" y="6400800"/>
            <a:ext cx="7543800" cy="830997"/>
          </a:xfrm>
          <a:prstGeom prst="rect">
            <a:avLst/>
          </a:prstGeom>
          <a:solidFill>
            <a:srgbClr val="FFFFFF"/>
          </a:solidFill>
          <a:ln cap="flat">
            <a:noFill/>
          </a:ln>
        </p:spPr>
        <p:txBody>
          <a:bodyPr vert="horz" wrap="square" lIns="91440" tIns="45720" rIns="91440" bIns="45720" anchor="t" anchorCtr="1" compatLnSpc="1">
            <a:spAutoFit/>
          </a:bodyPr>
          <a:lstStyle/>
          <a:p>
            <a:pPr marL="0" marR="0" lvl="0" indent="0" algn="ctr"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4800" b="1" i="0" u="none" strike="noStrike" kern="1200" cap="none" spc="0" baseline="0">
                <a:solidFill>
                  <a:srgbClr val="BB1C3F"/>
                </a:solidFill>
                <a:uFillTx/>
                <a:latin typeface="Calibri"/>
              </a:rPr>
              <a:t>Abstract</a:t>
            </a:r>
          </a:p>
        </p:txBody>
      </p:sp>
      <p:sp>
        <p:nvSpPr>
          <p:cNvPr id="4" name="TextBox 8">
            <a:extLst>
              <a:ext uri="{FF2B5EF4-FFF2-40B4-BE49-F238E27FC236}">
                <a16:creationId xmlns:a16="http://schemas.microsoft.com/office/drawing/2014/main" id="{6CBE68A6-4406-0D44-BBF8-7383C46FA727}"/>
              </a:ext>
            </a:extLst>
          </p:cNvPr>
          <p:cNvSpPr txBox="1"/>
          <p:nvPr/>
        </p:nvSpPr>
        <p:spPr>
          <a:xfrm>
            <a:off x="7772400" y="914400"/>
            <a:ext cx="22860000" cy="1446553"/>
          </a:xfrm>
          <a:prstGeom prst="rect">
            <a:avLst/>
          </a:prstGeom>
          <a:solidFill>
            <a:srgbClr val="FFFFFF"/>
          </a:solidFill>
          <a:ln cap="flat">
            <a:noFill/>
          </a:ln>
        </p:spPr>
        <p:txBody>
          <a:bodyPr vert="horz" wrap="square" lIns="91440" tIns="45720" rIns="91440" bIns="45720" anchor="t" anchorCtr="1" compatLnSpc="1">
            <a:spAutoFit/>
          </a:bodyPr>
          <a:lstStyle/>
          <a:p>
            <a:pPr marL="0" marR="0" lvl="0" indent="0" algn="ctr"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800" b="1" i="0" u="none" strike="noStrike" kern="1200" cap="none" spc="0" baseline="0">
                <a:solidFill>
                  <a:srgbClr val="BB1C3F"/>
                </a:solidFill>
                <a:uFillTx/>
                <a:latin typeface="Calibri"/>
              </a:rPr>
              <a:t>UrMedia</a:t>
            </a:r>
          </a:p>
        </p:txBody>
      </p:sp>
      <p:sp>
        <p:nvSpPr>
          <p:cNvPr id="5" name="TextBox 10">
            <a:extLst>
              <a:ext uri="{FF2B5EF4-FFF2-40B4-BE49-F238E27FC236}">
                <a16:creationId xmlns:a16="http://schemas.microsoft.com/office/drawing/2014/main" id="{4D5D88E9-15CA-9E05-DB2B-2AEDB787FBC0}"/>
              </a:ext>
            </a:extLst>
          </p:cNvPr>
          <p:cNvSpPr txBox="1"/>
          <p:nvPr/>
        </p:nvSpPr>
        <p:spPr>
          <a:xfrm>
            <a:off x="7772400" y="2543147"/>
            <a:ext cx="22860000" cy="923333"/>
          </a:xfrm>
          <a:prstGeom prst="rect">
            <a:avLst/>
          </a:prstGeom>
          <a:noFill/>
          <a:ln cap="flat">
            <a:noFill/>
          </a:ln>
        </p:spPr>
        <p:txBody>
          <a:bodyPr vert="horz" wrap="square" lIns="91440" tIns="45720" rIns="91440" bIns="45720" anchor="t" anchorCtr="1" compatLnSpc="1">
            <a:spAutoFit/>
          </a:bodyPr>
          <a:lstStyle/>
          <a:p>
            <a:pPr marL="0" marR="0" lvl="0" indent="0" algn="ctr"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5400" b="0" i="0" u="none" strike="noStrike" kern="1200" cap="none" spc="0" baseline="0">
                <a:solidFill>
                  <a:srgbClr val="000000"/>
                </a:solidFill>
                <a:uFillTx/>
                <a:latin typeface="Calibri"/>
                <a:ea typeface="Calibri"/>
                <a:cs typeface="Calibri"/>
              </a:rPr>
              <a:t>Austin Rowland, Elizabeth Rowland, Skyler Yarbrough, Dhruv Zaver</a:t>
            </a:r>
            <a:endParaRPr lang="en-US" sz="5400" b="0" i="0" u="none" strike="noStrike" kern="1200" cap="none" spc="0" baseline="0">
              <a:solidFill>
                <a:srgbClr val="000000"/>
              </a:solidFill>
              <a:uFillTx/>
              <a:latin typeface="Calibri"/>
            </a:endParaRPr>
          </a:p>
        </p:txBody>
      </p:sp>
      <p:sp>
        <p:nvSpPr>
          <p:cNvPr id="6" name="TextBox 32">
            <a:extLst>
              <a:ext uri="{FF2B5EF4-FFF2-40B4-BE49-F238E27FC236}">
                <a16:creationId xmlns:a16="http://schemas.microsoft.com/office/drawing/2014/main" id="{588D4850-FDB7-D019-DBFF-1BBA49782E5E}"/>
              </a:ext>
            </a:extLst>
          </p:cNvPr>
          <p:cNvSpPr txBox="1"/>
          <p:nvPr/>
        </p:nvSpPr>
        <p:spPr>
          <a:xfrm>
            <a:off x="7772400" y="3730139"/>
            <a:ext cx="22860000" cy="923333"/>
          </a:xfrm>
          <a:prstGeom prst="rect">
            <a:avLst/>
          </a:prstGeom>
          <a:noFill/>
          <a:ln cap="flat">
            <a:noFill/>
          </a:ln>
        </p:spPr>
        <p:txBody>
          <a:bodyPr vert="horz" wrap="square" lIns="91440" tIns="45720" rIns="91440" bIns="45720" anchor="t" anchorCtr="1" compatLnSpc="1">
            <a:spAutoFit/>
          </a:bodyPr>
          <a:lstStyle/>
          <a:p>
            <a:pPr marL="0" marR="0" lvl="0" indent="0" algn="ctr"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5400" b="0" i="0" u="none" strike="noStrike" kern="1200" cap="none" spc="0" baseline="0">
                <a:solidFill>
                  <a:srgbClr val="000000"/>
                </a:solidFill>
                <a:uFillTx/>
                <a:latin typeface="Calibri"/>
              </a:rPr>
              <a:t>Dept. Of Computer Science and Information Technology</a:t>
            </a:r>
          </a:p>
        </p:txBody>
      </p:sp>
      <p:sp>
        <p:nvSpPr>
          <p:cNvPr id="7" name="Rectangle 14">
            <a:extLst>
              <a:ext uri="{FF2B5EF4-FFF2-40B4-BE49-F238E27FC236}">
                <a16:creationId xmlns:a16="http://schemas.microsoft.com/office/drawing/2014/main" id="{296D87CC-4281-4B3C-AE23-BCD1C0E34EB1}"/>
              </a:ext>
            </a:extLst>
          </p:cNvPr>
          <p:cNvSpPr/>
          <p:nvPr/>
        </p:nvSpPr>
        <p:spPr>
          <a:xfrm>
            <a:off x="0" y="0"/>
            <a:ext cx="38404800" cy="5486400"/>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7258" b="0" i="0" u="none" strike="noStrike" kern="1200" cap="none" spc="0" baseline="0">
              <a:solidFill>
                <a:srgbClr val="FFFFFF"/>
              </a:solidFill>
              <a:uFillTx/>
              <a:latin typeface="Calibri"/>
            </a:endParaRPr>
          </a:p>
        </p:txBody>
      </p:sp>
      <p:pic>
        <p:nvPicPr>
          <p:cNvPr id="8" name="Picture 18" descr="Logo&#10;&#10;Description automatically generated">
            <a:extLst>
              <a:ext uri="{FF2B5EF4-FFF2-40B4-BE49-F238E27FC236}">
                <a16:creationId xmlns:a16="http://schemas.microsoft.com/office/drawing/2014/main" id="{0718AD8A-0F0C-B12F-4F5D-130ECD16C831}"/>
              </a:ext>
            </a:extLst>
          </p:cNvPr>
          <p:cNvPicPr>
            <a:picLocks noChangeAspect="1"/>
          </p:cNvPicPr>
          <p:nvPr/>
        </p:nvPicPr>
        <p:blipFill>
          <a:blip r:embed="rId3"/>
          <a:stretch>
            <a:fillRect/>
          </a:stretch>
        </p:blipFill>
        <p:spPr>
          <a:xfrm>
            <a:off x="1371600" y="914400"/>
            <a:ext cx="6126480" cy="3658871"/>
          </a:xfrm>
          <a:prstGeom prst="rect">
            <a:avLst/>
          </a:prstGeom>
          <a:noFill/>
          <a:ln cap="flat">
            <a:noFill/>
          </a:ln>
        </p:spPr>
      </p:pic>
      <p:sp>
        <p:nvSpPr>
          <p:cNvPr id="9" name="TextBox 49">
            <a:extLst>
              <a:ext uri="{FF2B5EF4-FFF2-40B4-BE49-F238E27FC236}">
                <a16:creationId xmlns:a16="http://schemas.microsoft.com/office/drawing/2014/main" id="{F2A963C4-9EAB-98FE-1A40-D93A86012D13}"/>
              </a:ext>
            </a:extLst>
          </p:cNvPr>
          <p:cNvSpPr txBox="1"/>
          <p:nvPr/>
        </p:nvSpPr>
        <p:spPr>
          <a:xfrm>
            <a:off x="1371600" y="28303686"/>
            <a:ext cx="7386729" cy="7940635"/>
          </a:xfrm>
          <a:prstGeom prst="rect">
            <a:avLst/>
          </a:prstGeom>
          <a:solidFill>
            <a:srgbClr val="FFFFFF"/>
          </a:solidFill>
          <a:ln cap="flat">
            <a:noFill/>
          </a:ln>
        </p:spPr>
        <p:txBody>
          <a:bodyPr vert="horz" wrap="square" lIns="91440" tIns="45720" rIns="91440" bIns="45720" anchor="t" anchorCtr="0" compatLnSpc="1">
            <a:spAutoFit/>
          </a:bodyPr>
          <a:lstStyle/>
          <a:p>
            <a:pPr marL="0" marR="0" lvl="0" indent="0" algn="just"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400" b="0" i="0" u="none" strike="noStrike" kern="1200" cap="none" spc="0" baseline="0" dirty="0">
                <a:solidFill>
                  <a:srgbClr val="000000"/>
                </a:solidFill>
                <a:uFillTx/>
                <a:latin typeface="Calibri"/>
              </a:rPr>
              <a:t> </a:t>
            </a:r>
            <a:r>
              <a:rPr lang="en-US" sz="3400" b="1" i="0" u="none" strike="noStrike" kern="1200" cap="none" spc="0" baseline="0" dirty="0">
                <a:solidFill>
                  <a:srgbClr val="000000"/>
                </a:solidFill>
                <a:uFillTx/>
                <a:latin typeface="Calibri"/>
                <a:ea typeface="Calibri"/>
                <a:cs typeface="Calibri"/>
              </a:rPr>
              <a:t>Frontend</a:t>
            </a:r>
            <a:endParaRPr lang="en-US" sz="7258" b="1" i="0" u="none" strike="noStrike" kern="1200" cap="none" spc="0" baseline="0" dirty="0">
              <a:solidFill>
                <a:srgbClr val="000000"/>
              </a:solidFill>
              <a:uFillTx/>
              <a:latin typeface="Calibri"/>
            </a:endParaRPr>
          </a:p>
          <a:p>
            <a:pPr marL="0" marR="0" lvl="0" indent="0" algn="just"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400" b="0" i="0" u="none" strike="noStrike" kern="1200" cap="none" spc="0" baseline="0" dirty="0">
                <a:solidFill>
                  <a:srgbClr val="000000"/>
                </a:solidFill>
                <a:uFillTx/>
                <a:latin typeface="Calibri"/>
                <a:ea typeface="Calibri"/>
                <a:cs typeface="Calibri"/>
              </a:rPr>
              <a:t>The web application is developed with React.js, a JavaScript library for building dynamic, responsive user interfaces through component-based architecture. By utilizing the Next.js framework for server-side rendering and API routing, the application achieves improved performance and simple communication with the backend. This architecture also supports scalability and efficient handling of user interactions as the application grows. The application uses TypeScript and CSS to create a clean, responsive, and maintainable UI.</a:t>
            </a:r>
          </a:p>
        </p:txBody>
      </p:sp>
      <p:sp>
        <p:nvSpPr>
          <p:cNvPr id="10" name="TextBox 50">
            <a:extLst>
              <a:ext uri="{FF2B5EF4-FFF2-40B4-BE49-F238E27FC236}">
                <a16:creationId xmlns:a16="http://schemas.microsoft.com/office/drawing/2014/main" id="{FB594982-ABC1-CF17-4721-227CA3A47E53}"/>
              </a:ext>
            </a:extLst>
          </p:cNvPr>
          <p:cNvSpPr txBox="1"/>
          <p:nvPr/>
        </p:nvSpPr>
        <p:spPr>
          <a:xfrm>
            <a:off x="1321007" y="27392378"/>
            <a:ext cx="7476004" cy="830997"/>
          </a:xfrm>
          <a:prstGeom prst="rect">
            <a:avLst/>
          </a:prstGeom>
          <a:solidFill>
            <a:srgbClr val="FFFFFF"/>
          </a:solidFill>
          <a:ln cap="flat">
            <a:noFill/>
          </a:ln>
        </p:spPr>
        <p:txBody>
          <a:bodyPr vert="horz" wrap="square" lIns="91440" tIns="45720" rIns="91440" bIns="45720" anchor="t" anchorCtr="1" compatLnSpc="1">
            <a:spAutoFit/>
          </a:bodyPr>
          <a:lstStyle/>
          <a:p>
            <a:pPr marL="0" marR="0" lvl="0" indent="0" algn="ctr"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4800" b="1" i="0" u="none" strike="noStrike" kern="1200" cap="none" spc="0" baseline="0" dirty="0">
                <a:solidFill>
                  <a:srgbClr val="BB1C3F"/>
                </a:solidFill>
                <a:uFillTx/>
                <a:latin typeface="Calibri"/>
              </a:rPr>
              <a:t>Technology</a:t>
            </a:r>
          </a:p>
        </p:txBody>
      </p:sp>
      <p:sp>
        <p:nvSpPr>
          <p:cNvPr id="11" name="TextBox 51">
            <a:extLst>
              <a:ext uri="{FF2B5EF4-FFF2-40B4-BE49-F238E27FC236}">
                <a16:creationId xmlns:a16="http://schemas.microsoft.com/office/drawing/2014/main" id="{3A403630-49C2-B5DF-6AFB-21BDF66C8B6D}"/>
              </a:ext>
            </a:extLst>
          </p:cNvPr>
          <p:cNvSpPr txBox="1"/>
          <p:nvPr/>
        </p:nvSpPr>
        <p:spPr>
          <a:xfrm>
            <a:off x="21443913" y="20116396"/>
            <a:ext cx="7543800" cy="17358598"/>
          </a:xfrm>
          <a:prstGeom prst="rect">
            <a:avLst/>
          </a:prstGeom>
          <a:solidFill>
            <a:srgbClr val="FFFFFF"/>
          </a:solidFill>
          <a:ln cap="flat">
            <a:noFill/>
          </a:ln>
        </p:spPr>
        <p:txBody>
          <a:bodyPr vert="horz" wrap="square" lIns="91440" tIns="45720" rIns="91440" bIns="45720" anchor="t" anchorCtr="0" compatLnSpc="1">
            <a:spAutoFit/>
          </a:bodyPr>
          <a:lstStyle/>
          <a:p>
            <a:pPr marL="0" marR="0" lvl="0" indent="0" algn="just"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400" b="0" i="0" u="none" strike="noStrike" kern="1200" cap="none" spc="0" baseline="0" dirty="0">
                <a:solidFill>
                  <a:srgbClr val="000000"/>
                </a:solidFill>
                <a:uFillTx/>
                <a:latin typeface="Calibri"/>
                <a:ea typeface="Calibri"/>
                <a:cs typeface="Calibri"/>
              </a:rPr>
              <a:t>The website is divided into three primary categories: tracking media, discovering new media, and staying up to date with releases and activity.</a:t>
            </a:r>
          </a:p>
          <a:p>
            <a:pPr marL="0" marR="0" lvl="0" indent="0" algn="just"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400" b="0" i="0" u="none" strike="noStrike" kern="1200" cap="none" spc="0" baseline="0" dirty="0">
                <a:solidFill>
                  <a:srgbClr val="000000"/>
                </a:solidFill>
                <a:uFillTx/>
                <a:latin typeface="Calibri"/>
                <a:ea typeface="Calibri"/>
                <a:cs typeface="Calibri"/>
              </a:rPr>
              <a:t>​</a:t>
            </a:r>
          </a:p>
          <a:p>
            <a:pPr marL="0" marR="0" lvl="0" indent="0" algn="just"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400" b="0" i="0" u="none" strike="noStrike" kern="1200" cap="none" spc="0" baseline="0" dirty="0">
                <a:solidFill>
                  <a:srgbClr val="000000"/>
                </a:solidFill>
                <a:uFillTx/>
                <a:latin typeface="Calibri"/>
                <a:ea typeface="Calibri"/>
                <a:cs typeface="Calibri"/>
              </a:rPr>
              <a:t>The tracking page serves as the core of the platform. Here, users customize their profiles, view and edit the various media they follow, and assign their favorites in a podium-style ranking system displayed on their profile. Other users’ tracking pages can also be viewed, so friends share their latest activity with one another.</a:t>
            </a:r>
          </a:p>
          <a:p>
            <a:pPr marL="0" marR="0" lvl="0" indent="0" algn="just"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400" b="0" i="0" u="none" strike="noStrike" kern="1200" cap="none" spc="0" baseline="0" dirty="0">
                <a:solidFill>
                  <a:srgbClr val="000000"/>
                </a:solidFill>
                <a:uFillTx/>
                <a:latin typeface="Calibri"/>
                <a:ea typeface="Calibri"/>
                <a:cs typeface="Calibri"/>
              </a:rPr>
              <a:t>​</a:t>
            </a:r>
          </a:p>
          <a:p>
            <a:pPr marL="0" marR="0" lvl="0" indent="0" algn="just"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400" b="0" i="0" u="none" strike="noStrike" kern="1200" cap="none" spc="0" baseline="0" dirty="0">
                <a:solidFill>
                  <a:srgbClr val="000000"/>
                </a:solidFill>
                <a:uFillTx/>
                <a:latin typeface="Calibri"/>
                <a:ea typeface="Calibri"/>
                <a:cs typeface="Calibri"/>
              </a:rPr>
              <a:t>To support content discovery, the platform highlights popular movies, games, television shows, and books on the landing page, based on engagement from other </a:t>
            </a:r>
            <a:r>
              <a:rPr lang="en-US" sz="3400" b="0" i="0" u="none" strike="noStrike" kern="1200" cap="none" spc="0" baseline="0" dirty="0" err="1">
                <a:solidFill>
                  <a:srgbClr val="000000"/>
                </a:solidFill>
                <a:uFillTx/>
                <a:latin typeface="Calibri"/>
                <a:ea typeface="Calibri"/>
                <a:cs typeface="Calibri"/>
              </a:rPr>
              <a:t>UrMedia</a:t>
            </a:r>
            <a:r>
              <a:rPr lang="en-US" sz="3400" b="0" i="0" u="none" strike="noStrike" kern="1200" cap="none" spc="0" baseline="0" dirty="0">
                <a:solidFill>
                  <a:srgbClr val="000000"/>
                </a:solidFill>
                <a:uFillTx/>
                <a:latin typeface="Calibri"/>
                <a:ea typeface="Calibri"/>
                <a:cs typeface="Calibri"/>
              </a:rPr>
              <a:t> users. Additionally, the site features a filtered search function that enables users to locate specific titles they wish to add to their list.</a:t>
            </a:r>
          </a:p>
          <a:p>
            <a:pPr marL="0" marR="0" lvl="0" indent="0" algn="just"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400" b="0" i="0" u="none" strike="noStrike" kern="1200" cap="none" spc="0" baseline="0" dirty="0">
                <a:solidFill>
                  <a:srgbClr val="000000"/>
                </a:solidFill>
                <a:uFillTx/>
                <a:latin typeface="Calibri"/>
                <a:ea typeface="Calibri"/>
                <a:cs typeface="Calibri"/>
              </a:rPr>
              <a:t>​</a:t>
            </a:r>
          </a:p>
          <a:p>
            <a:pPr marL="0" marR="0" lvl="0" indent="0" algn="just"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400" b="0" i="0" u="none" strike="noStrike" kern="1200" cap="none" spc="0" baseline="0" dirty="0">
                <a:solidFill>
                  <a:srgbClr val="000000"/>
                </a:solidFill>
                <a:uFillTx/>
                <a:latin typeface="Calibri"/>
                <a:ea typeface="Calibri"/>
                <a:cs typeface="Calibri"/>
              </a:rPr>
              <a:t>Following updates on shows, games, and friend activity is important to enthusiasts, so </a:t>
            </a:r>
            <a:r>
              <a:rPr lang="en-US" sz="3400" b="0" i="0" u="none" strike="noStrike" kern="1200" cap="none" spc="0" baseline="0" dirty="0" err="1">
                <a:solidFill>
                  <a:srgbClr val="000000"/>
                </a:solidFill>
                <a:uFillTx/>
                <a:latin typeface="Calibri"/>
                <a:ea typeface="Calibri"/>
                <a:cs typeface="Calibri"/>
              </a:rPr>
              <a:t>UrMedia</a:t>
            </a:r>
            <a:r>
              <a:rPr lang="en-US" sz="3400" b="0" i="0" u="none" strike="noStrike" kern="1200" cap="none" spc="0" baseline="0" dirty="0">
                <a:solidFill>
                  <a:srgbClr val="000000"/>
                </a:solidFill>
                <a:uFillTx/>
                <a:latin typeface="Calibri"/>
                <a:ea typeface="Calibri"/>
                <a:cs typeface="Calibri"/>
              </a:rPr>
              <a:t> provides dedicated tabs, including the countdown tab and the friends tab. The countdown tab displays upcoming releases from a user’s planned list, so they never miss a release. The friends tab shows recent activity from connected users, encouraging a more community-driven experience.</a:t>
            </a:r>
          </a:p>
        </p:txBody>
      </p:sp>
      <p:sp>
        <p:nvSpPr>
          <p:cNvPr id="12" name="TextBox 52">
            <a:extLst>
              <a:ext uri="{FF2B5EF4-FFF2-40B4-BE49-F238E27FC236}">
                <a16:creationId xmlns:a16="http://schemas.microsoft.com/office/drawing/2014/main" id="{AB9E9E4B-6F8F-5A9B-B524-29E230072D2E}"/>
              </a:ext>
            </a:extLst>
          </p:cNvPr>
          <p:cNvSpPr txBox="1"/>
          <p:nvPr/>
        </p:nvSpPr>
        <p:spPr>
          <a:xfrm>
            <a:off x="21443913" y="19104282"/>
            <a:ext cx="7543800" cy="830997"/>
          </a:xfrm>
          <a:prstGeom prst="rect">
            <a:avLst/>
          </a:prstGeom>
          <a:solidFill>
            <a:srgbClr val="FFFFFF"/>
          </a:solidFill>
          <a:ln cap="flat">
            <a:noFill/>
          </a:ln>
        </p:spPr>
        <p:txBody>
          <a:bodyPr vert="horz" wrap="square" lIns="91440" tIns="45720" rIns="91440" bIns="45720" anchor="t" anchorCtr="1" compatLnSpc="1">
            <a:spAutoFit/>
          </a:bodyPr>
          <a:lstStyle/>
          <a:p>
            <a:pPr marL="0" marR="0" lvl="0" indent="0" algn="ctr"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4800" b="1" i="0" u="none" strike="noStrike" kern="1200" cap="none" spc="0" baseline="0" dirty="0">
                <a:solidFill>
                  <a:srgbClr val="BB1C3F"/>
                </a:solidFill>
                <a:uFillTx/>
                <a:latin typeface="Calibri"/>
              </a:rPr>
              <a:t>Design</a:t>
            </a:r>
          </a:p>
        </p:txBody>
      </p:sp>
      <p:sp>
        <p:nvSpPr>
          <p:cNvPr id="13" name="TextBox 62">
            <a:extLst>
              <a:ext uri="{FF2B5EF4-FFF2-40B4-BE49-F238E27FC236}">
                <a16:creationId xmlns:a16="http://schemas.microsoft.com/office/drawing/2014/main" id="{FF6F4253-1963-D398-42A8-25C547745DDC}"/>
              </a:ext>
            </a:extLst>
          </p:cNvPr>
          <p:cNvSpPr txBox="1"/>
          <p:nvPr/>
        </p:nvSpPr>
        <p:spPr>
          <a:xfrm>
            <a:off x="29546970" y="18876238"/>
            <a:ext cx="7491249" cy="2185214"/>
          </a:xfrm>
          <a:prstGeom prst="rect">
            <a:avLst/>
          </a:prstGeom>
          <a:solidFill>
            <a:srgbClr val="FFFFFF"/>
          </a:solidFill>
          <a:ln cap="flat">
            <a:noFill/>
          </a:ln>
        </p:spPr>
        <p:txBody>
          <a:bodyPr vert="horz" wrap="square" lIns="91440" tIns="45720" rIns="91440" bIns="45720" anchor="t" anchorCtr="0" compatLnSpc="1">
            <a:spAutoFit/>
          </a:bodyPr>
          <a:lstStyle/>
          <a:p>
            <a:pPr marL="0" marR="0" lvl="0" indent="0" algn="just"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400" b="1" i="0" u="none" strike="noStrike" kern="1200" cap="none" spc="0" baseline="0" dirty="0">
                <a:solidFill>
                  <a:srgbClr val="BB1C3F"/>
                </a:solidFill>
                <a:uFillTx/>
                <a:latin typeface="Calibri"/>
              </a:rPr>
              <a:t>Figure 1: </a:t>
            </a:r>
            <a:r>
              <a:rPr lang="en-US" sz="3400" b="0" i="0" u="none" strike="noStrike" kern="1200" cap="none" spc="0" baseline="0" dirty="0">
                <a:solidFill>
                  <a:srgbClr val="000000"/>
                </a:solidFill>
                <a:uFillTx/>
                <a:latin typeface="Calibri"/>
              </a:rPr>
              <a:t>The profile page includes user dashboard, podiums for the user's top-rated media, and the collection of media that the user has added to their list. </a:t>
            </a:r>
            <a:endParaRPr lang="en-US" sz="3400" b="0" i="0" u="none" strike="noStrike" kern="1200" cap="none" spc="0" baseline="0" dirty="0">
              <a:solidFill>
                <a:srgbClr val="000000"/>
              </a:solidFill>
              <a:uFillTx/>
              <a:latin typeface="Calibri"/>
              <a:ea typeface="Calibri"/>
              <a:cs typeface="Calibri"/>
            </a:endParaRPr>
          </a:p>
        </p:txBody>
      </p:sp>
      <p:sp>
        <p:nvSpPr>
          <p:cNvPr id="14" name="TextBox 63">
            <a:extLst>
              <a:ext uri="{FF2B5EF4-FFF2-40B4-BE49-F238E27FC236}">
                <a16:creationId xmlns:a16="http://schemas.microsoft.com/office/drawing/2014/main" id="{E5F436ED-1BFD-5714-45EF-409A7870E8C3}"/>
              </a:ext>
            </a:extLst>
          </p:cNvPr>
          <p:cNvSpPr txBox="1"/>
          <p:nvPr/>
        </p:nvSpPr>
        <p:spPr>
          <a:xfrm>
            <a:off x="14477424" y="15410069"/>
            <a:ext cx="3159596" cy="4278094"/>
          </a:xfrm>
          <a:prstGeom prst="rect">
            <a:avLst/>
          </a:prstGeom>
          <a:solidFill>
            <a:srgbClr val="FFFFFF"/>
          </a:solidFill>
          <a:ln cap="flat">
            <a:noFill/>
          </a:ln>
        </p:spPr>
        <p:txBody>
          <a:bodyPr vert="horz" wrap="square" lIns="91440" tIns="45720" rIns="91440" bIns="45720" anchor="t" anchorCtr="0" compatLnSpc="1">
            <a:spAutoFit/>
          </a:bodyPr>
          <a:lstStyle/>
          <a:p>
            <a:pPr marL="0" marR="0" lvl="0" indent="0" algn="just"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400" b="1" i="0" u="none" strike="noStrike" kern="1200" cap="none" spc="0" baseline="0" dirty="0">
                <a:solidFill>
                  <a:srgbClr val="BB1C3F"/>
                </a:solidFill>
                <a:uFillTx/>
                <a:latin typeface="Calibri"/>
              </a:rPr>
              <a:t>Figure 2: </a:t>
            </a:r>
            <a:r>
              <a:rPr lang="en-US" sz="3400" b="0" i="0" u="none" strike="noStrike" kern="1200" cap="none" spc="0" baseline="0" dirty="0">
                <a:solidFill>
                  <a:srgbClr val="000000"/>
                </a:solidFill>
                <a:uFillTx/>
                <a:latin typeface="Calibri"/>
              </a:rPr>
              <a:t>When the user selects a piece of media, they have many options for how they would like to track it.</a:t>
            </a:r>
            <a:endParaRPr lang="en-US" sz="3400" b="0" i="0" u="none" strike="noStrike" kern="1200" cap="none" spc="0" baseline="0" dirty="0">
              <a:solidFill>
                <a:srgbClr val="000000"/>
              </a:solidFill>
              <a:uFillTx/>
              <a:latin typeface="Calibri"/>
              <a:ea typeface="Calibri"/>
              <a:cs typeface="Calibri"/>
            </a:endParaRPr>
          </a:p>
        </p:txBody>
      </p:sp>
      <p:sp>
        <p:nvSpPr>
          <p:cNvPr id="15" name="TextBox 65">
            <a:extLst>
              <a:ext uri="{FF2B5EF4-FFF2-40B4-BE49-F238E27FC236}">
                <a16:creationId xmlns:a16="http://schemas.microsoft.com/office/drawing/2014/main" id="{348B7A3E-F653-E5F6-F51A-D57D44DC83EE}"/>
              </a:ext>
            </a:extLst>
          </p:cNvPr>
          <p:cNvSpPr txBox="1"/>
          <p:nvPr/>
        </p:nvSpPr>
        <p:spPr>
          <a:xfrm>
            <a:off x="16203519" y="31109726"/>
            <a:ext cx="4738707" cy="5847755"/>
          </a:xfrm>
          <a:prstGeom prst="rect">
            <a:avLst/>
          </a:prstGeom>
          <a:solidFill>
            <a:srgbClr val="FFFFFF"/>
          </a:solidFill>
          <a:ln cap="flat">
            <a:noFill/>
          </a:ln>
        </p:spPr>
        <p:txBody>
          <a:bodyPr vert="horz" wrap="square" lIns="91440" tIns="45720" rIns="91440" bIns="45720" anchor="t" anchorCtr="0" compatLnSpc="1">
            <a:spAutoFit/>
          </a:bodyPr>
          <a:lstStyle/>
          <a:p>
            <a:pPr marL="0" marR="0" lvl="0" indent="0" algn="just"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400" b="1" i="0" u="none" strike="noStrike" kern="1200" cap="none" spc="0" baseline="0" dirty="0">
                <a:solidFill>
                  <a:srgbClr val="BB1C3F"/>
                </a:solidFill>
                <a:uFillTx/>
                <a:latin typeface="Calibri"/>
              </a:rPr>
              <a:t>Figure 3: </a:t>
            </a:r>
            <a:r>
              <a:rPr lang="en-US" sz="3400" b="0" i="0" u="none" strike="noStrike" kern="1200" cap="none" spc="0" baseline="0" dirty="0">
                <a:solidFill>
                  <a:srgbClr val="000000"/>
                </a:solidFill>
                <a:uFillTx/>
                <a:latin typeface="Calibri"/>
              </a:rPr>
              <a:t>This UML diagram visualizes the flow of data from the</a:t>
            </a:r>
          </a:p>
          <a:p>
            <a:pPr marL="0" marR="0" lvl="0" indent="0" algn="just"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400" b="0" i="0" u="none" strike="noStrike" kern="1200" cap="none" spc="0" baseline="0" dirty="0">
                <a:solidFill>
                  <a:srgbClr val="000000"/>
                </a:solidFill>
                <a:uFillTx/>
                <a:latin typeface="Calibri"/>
              </a:rPr>
              <a:t>four larger, pre-existing databases such as TMDB to </a:t>
            </a:r>
            <a:r>
              <a:rPr lang="en-US" sz="3400" b="0" i="0" u="none" strike="noStrike" kern="1200" cap="none" spc="0" baseline="0" dirty="0" err="1">
                <a:solidFill>
                  <a:srgbClr val="000000"/>
                </a:solidFill>
                <a:uFillTx/>
                <a:latin typeface="Calibri"/>
              </a:rPr>
              <a:t>UrMedia's</a:t>
            </a:r>
            <a:r>
              <a:rPr lang="en-US" sz="3400" b="0" i="0" u="none" strike="noStrike" kern="1200" cap="none" spc="0" baseline="0" dirty="0">
                <a:solidFill>
                  <a:srgbClr val="000000"/>
                </a:solidFill>
                <a:uFillTx/>
                <a:latin typeface="Calibri"/>
              </a:rPr>
              <a:t> website page</a:t>
            </a:r>
            <a:r>
              <a:rPr lang="en-US" sz="3400" dirty="0">
                <a:solidFill>
                  <a:srgbClr val="000000"/>
                </a:solidFill>
                <a:latin typeface="Calibri"/>
              </a:rPr>
              <a:t>. The tracking information is stored on </a:t>
            </a:r>
            <a:r>
              <a:rPr lang="en-US" sz="3400" dirty="0" err="1">
                <a:solidFill>
                  <a:srgbClr val="000000"/>
                </a:solidFill>
                <a:latin typeface="Calibri"/>
              </a:rPr>
              <a:t>UrMedia’s</a:t>
            </a:r>
            <a:r>
              <a:rPr lang="en-US" sz="3400" dirty="0">
                <a:solidFill>
                  <a:srgbClr val="000000"/>
                </a:solidFill>
                <a:latin typeface="Calibri"/>
              </a:rPr>
              <a:t> database, ensuring only high-quality data is displayed.</a:t>
            </a:r>
            <a:endParaRPr lang="en-US" sz="3400" b="0" i="0" u="none" strike="noStrike" kern="1200" cap="none" spc="0" baseline="0" dirty="0">
              <a:solidFill>
                <a:srgbClr val="000000"/>
              </a:solidFill>
              <a:uFillTx/>
              <a:latin typeface="Calibri"/>
              <a:ea typeface="Calibri"/>
              <a:cs typeface="Calibri"/>
            </a:endParaRPr>
          </a:p>
        </p:txBody>
      </p:sp>
      <p:sp>
        <p:nvSpPr>
          <p:cNvPr id="16" name="TextBox 66">
            <a:extLst>
              <a:ext uri="{FF2B5EF4-FFF2-40B4-BE49-F238E27FC236}">
                <a16:creationId xmlns:a16="http://schemas.microsoft.com/office/drawing/2014/main" id="{D7B98121-E5A7-120D-0526-D3748DC90161}"/>
              </a:ext>
            </a:extLst>
          </p:cNvPr>
          <p:cNvSpPr txBox="1"/>
          <p:nvPr/>
        </p:nvSpPr>
        <p:spPr>
          <a:xfrm>
            <a:off x="29539993" y="21679709"/>
            <a:ext cx="7543800" cy="914400"/>
          </a:xfrm>
          <a:prstGeom prst="rect">
            <a:avLst/>
          </a:prstGeom>
          <a:solidFill>
            <a:srgbClr val="FFFFFF"/>
          </a:solidFill>
          <a:ln cap="flat">
            <a:noFill/>
          </a:ln>
        </p:spPr>
        <p:txBody>
          <a:bodyPr vert="horz" wrap="square" lIns="91440" tIns="45720" rIns="91440" bIns="45720" anchor="t" anchorCtr="1" compatLnSpc="1">
            <a:spAutoFit/>
          </a:bodyPr>
          <a:lstStyle/>
          <a:p>
            <a:pPr marL="0" marR="0" lvl="0" indent="0" algn="ctr"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4800" b="1" i="0" u="none" strike="noStrike" kern="1200" cap="none" spc="0" baseline="0" dirty="0">
                <a:solidFill>
                  <a:srgbClr val="BB1C3F"/>
                </a:solidFill>
                <a:uFillTx/>
                <a:latin typeface="Calibri"/>
              </a:rPr>
              <a:t>References</a:t>
            </a:r>
          </a:p>
        </p:txBody>
      </p:sp>
      <p:sp>
        <p:nvSpPr>
          <p:cNvPr id="17" name="TextBox 70">
            <a:extLst>
              <a:ext uri="{FF2B5EF4-FFF2-40B4-BE49-F238E27FC236}">
                <a16:creationId xmlns:a16="http://schemas.microsoft.com/office/drawing/2014/main" id="{5112D623-78B4-EFCD-3BCB-0F16956A35C1}"/>
              </a:ext>
            </a:extLst>
          </p:cNvPr>
          <p:cNvSpPr txBox="1"/>
          <p:nvPr/>
        </p:nvSpPr>
        <p:spPr>
          <a:xfrm>
            <a:off x="29539993" y="22591064"/>
            <a:ext cx="7543800" cy="9602629"/>
          </a:xfrm>
          <a:prstGeom prst="rect">
            <a:avLst/>
          </a:prstGeom>
          <a:solidFill>
            <a:srgbClr val="FFFFFF"/>
          </a:solidFill>
          <a:ln cap="flat">
            <a:noFill/>
          </a:ln>
        </p:spPr>
        <p:txBody>
          <a:bodyPr vert="horz" wrap="square" lIns="91440" tIns="45720" rIns="91440" bIns="45720" anchor="t" anchorCtr="0" compatLnSpc="1">
            <a:spAutoFit/>
          </a:bodyPr>
          <a:lstStyle/>
          <a:p>
            <a:pPr rtl="0">
              <a:spcBef>
                <a:spcPts val="1200"/>
              </a:spcBef>
              <a:spcAft>
                <a:spcPts val="1200"/>
              </a:spcAft>
              <a:buNone/>
            </a:pPr>
            <a:r>
              <a:rPr lang="en-US" sz="3200" b="0" i="0" u="none" strike="noStrike" dirty="0">
                <a:solidFill>
                  <a:srgbClr val="000000"/>
                </a:solidFill>
                <a:effectLst/>
                <a:latin typeface="Arial" panose="020B0604020202020204" pitchFamily="34" charset="0"/>
              </a:rPr>
              <a:t>TypeScript - </a:t>
            </a:r>
            <a:r>
              <a:rPr lang="en-US" sz="3200" b="0" i="0" u="sng" strike="noStrike" dirty="0">
                <a:solidFill>
                  <a:srgbClr val="1155CC"/>
                </a:solidFill>
                <a:effectLst/>
                <a:latin typeface="Arial" panose="020B0604020202020204" pitchFamily="34" charset="0"/>
                <a:hlinkClick r:id="rId4"/>
              </a:rPr>
              <a:t>www.typescriptlang.org/</a:t>
            </a:r>
            <a:endParaRPr lang="en-US" sz="3200" b="0" i="0" u="sng" strike="noStrike" dirty="0">
              <a:solidFill>
                <a:srgbClr val="1155CC"/>
              </a:solidFill>
              <a:effectLst/>
              <a:latin typeface="Arial" panose="020B0604020202020204" pitchFamily="34" charset="0"/>
            </a:endParaRPr>
          </a:p>
          <a:p>
            <a:pPr rtl="0">
              <a:spcBef>
                <a:spcPts val="1200"/>
              </a:spcBef>
              <a:spcAft>
                <a:spcPts val="1200"/>
              </a:spcAft>
              <a:buNone/>
            </a:pPr>
            <a:r>
              <a:rPr lang="nl-NL" sz="3200" b="0" i="0" u="sng" strike="noStrike" dirty="0">
                <a:solidFill>
                  <a:srgbClr val="1155CC"/>
                </a:solidFill>
                <a:effectLst/>
                <a:latin typeface="Arial" panose="020B0604020202020204" pitchFamily="34" charset="0"/>
                <a:hlinkClick r:id="rId5"/>
              </a:rPr>
              <a:t>React.js</a:t>
            </a:r>
            <a:r>
              <a:rPr lang="nl-NL" sz="3200" b="0" i="0" u="none" strike="noStrike" dirty="0">
                <a:solidFill>
                  <a:srgbClr val="000000"/>
                </a:solidFill>
                <a:effectLst/>
                <a:latin typeface="Arial" panose="020B0604020202020204" pitchFamily="34" charset="0"/>
              </a:rPr>
              <a:t> - https://react.dev/</a:t>
            </a:r>
            <a:endParaRPr lang="en-US" sz="3200" dirty="0">
              <a:effectLst/>
            </a:endParaRPr>
          </a:p>
          <a:p>
            <a:pPr rtl="0">
              <a:spcBef>
                <a:spcPts val="1200"/>
              </a:spcBef>
              <a:spcAft>
                <a:spcPts val="1200"/>
              </a:spcAft>
              <a:buNone/>
            </a:pPr>
            <a:r>
              <a:rPr lang="en-US" sz="3200" b="0" i="0" u="sng" strike="noStrike" dirty="0">
                <a:solidFill>
                  <a:srgbClr val="1155CC"/>
                </a:solidFill>
                <a:effectLst/>
                <a:latin typeface="Arial" panose="020B0604020202020204" pitchFamily="34" charset="0"/>
                <a:hlinkClick r:id="rId6"/>
              </a:rPr>
              <a:t>Next.js</a:t>
            </a:r>
            <a:r>
              <a:rPr lang="en-US" sz="3200" b="0" i="0" u="none" strike="noStrike" dirty="0">
                <a:solidFill>
                  <a:srgbClr val="000000"/>
                </a:solidFill>
                <a:effectLst/>
                <a:latin typeface="Arial" panose="020B0604020202020204" pitchFamily="34" charset="0"/>
              </a:rPr>
              <a:t> - </a:t>
            </a:r>
            <a:r>
              <a:rPr lang="en-US" sz="3200" b="0" i="0" u="sng" strike="noStrike" dirty="0">
                <a:solidFill>
                  <a:srgbClr val="1155CC"/>
                </a:solidFill>
                <a:effectLst/>
                <a:latin typeface="Arial" panose="020B0604020202020204" pitchFamily="34" charset="0"/>
                <a:hlinkClick r:id="rId7"/>
              </a:rPr>
              <a:t>https://nextjs.org/</a:t>
            </a:r>
            <a:endParaRPr lang="en-US" sz="3200" b="0" i="0" u="sng" strike="noStrike" dirty="0">
              <a:solidFill>
                <a:srgbClr val="1155CC"/>
              </a:solidFill>
              <a:effectLst/>
              <a:latin typeface="Arial" panose="020B0604020202020204" pitchFamily="34" charset="0"/>
            </a:endParaRPr>
          </a:p>
          <a:p>
            <a:pPr>
              <a:spcBef>
                <a:spcPts val="1200"/>
              </a:spcBef>
              <a:spcAft>
                <a:spcPts val="1200"/>
              </a:spcAft>
            </a:pPr>
            <a:r>
              <a:rPr lang="nl-NL" sz="3200" u="sng" dirty="0">
                <a:solidFill>
                  <a:srgbClr val="1155CC"/>
                </a:solidFill>
                <a:latin typeface="Arial" panose="020B0604020202020204" pitchFamily="34" charset="0"/>
                <a:hlinkClick r:id="rId8"/>
              </a:rPr>
              <a:t>Node.js</a:t>
            </a:r>
            <a:r>
              <a:rPr lang="nl-NL" sz="3200" dirty="0">
                <a:solidFill>
                  <a:srgbClr val="000000"/>
                </a:solidFill>
                <a:latin typeface="Arial" panose="020B0604020202020204" pitchFamily="34" charset="0"/>
              </a:rPr>
              <a:t> - https://nodejs.org/</a:t>
            </a:r>
            <a:endParaRPr lang="en-US" sz="3200" dirty="0">
              <a:effectLst/>
            </a:endParaRPr>
          </a:p>
          <a:p>
            <a:pPr rtl="0">
              <a:spcBef>
                <a:spcPts val="1200"/>
              </a:spcBef>
              <a:spcAft>
                <a:spcPts val="1200"/>
              </a:spcAft>
              <a:buNone/>
            </a:pPr>
            <a:r>
              <a:rPr lang="en-US" sz="3200" b="0" i="0" u="none" strike="noStrike" dirty="0" err="1">
                <a:solidFill>
                  <a:srgbClr val="000000"/>
                </a:solidFill>
                <a:effectLst/>
                <a:latin typeface="Arial" panose="020B0604020202020204" pitchFamily="34" charset="0"/>
              </a:rPr>
              <a:t>Supabase</a:t>
            </a:r>
            <a:r>
              <a:rPr lang="en-US" sz="3200" b="0" i="0" u="none" strike="noStrike" dirty="0">
                <a:solidFill>
                  <a:srgbClr val="000000"/>
                </a:solidFill>
                <a:effectLst/>
                <a:latin typeface="Arial" panose="020B0604020202020204" pitchFamily="34" charset="0"/>
              </a:rPr>
              <a:t> - </a:t>
            </a:r>
            <a:r>
              <a:rPr lang="en-US" sz="3200" b="0" i="0" u="sng" strike="noStrike" dirty="0">
                <a:solidFill>
                  <a:srgbClr val="1155CC"/>
                </a:solidFill>
                <a:effectLst/>
                <a:latin typeface="Arial" panose="020B0604020202020204" pitchFamily="34" charset="0"/>
                <a:hlinkClick r:id="rId9"/>
              </a:rPr>
              <a:t>https://supabase.com/</a:t>
            </a:r>
            <a:endParaRPr lang="en-US" sz="3200" dirty="0">
              <a:effectLst/>
            </a:endParaRPr>
          </a:p>
          <a:p>
            <a:pPr rtl="0">
              <a:spcBef>
                <a:spcPts val="1200"/>
              </a:spcBef>
              <a:spcAft>
                <a:spcPts val="1200"/>
              </a:spcAft>
              <a:buNone/>
            </a:pPr>
            <a:r>
              <a:rPr lang="en-US" sz="3200" b="0" i="0" u="none" strike="noStrike" dirty="0">
                <a:solidFill>
                  <a:srgbClr val="000000"/>
                </a:solidFill>
                <a:effectLst/>
                <a:latin typeface="Arial" panose="020B0604020202020204" pitchFamily="34" charset="0"/>
              </a:rPr>
              <a:t>PostgreSQL - </a:t>
            </a:r>
            <a:r>
              <a:rPr lang="en-US" sz="3200" b="0" i="0" u="sng" strike="noStrike" dirty="0">
                <a:solidFill>
                  <a:srgbClr val="1155CC"/>
                </a:solidFill>
                <a:effectLst/>
                <a:latin typeface="Arial" panose="020B0604020202020204" pitchFamily="34" charset="0"/>
                <a:hlinkClick r:id="rId10"/>
              </a:rPr>
              <a:t>https://www.postgresql.org/</a:t>
            </a:r>
            <a:endParaRPr lang="en-US" sz="3200" dirty="0">
              <a:effectLst/>
            </a:endParaRPr>
          </a:p>
          <a:p>
            <a:pPr rtl="0">
              <a:spcBef>
                <a:spcPts val="1200"/>
              </a:spcBef>
              <a:spcAft>
                <a:spcPts val="1200"/>
              </a:spcAft>
              <a:buNone/>
            </a:pPr>
            <a:r>
              <a:rPr lang="en-US" sz="3200" b="0" i="0" u="none" strike="noStrike" dirty="0">
                <a:solidFill>
                  <a:srgbClr val="000000"/>
                </a:solidFill>
                <a:effectLst/>
                <a:latin typeface="Arial" panose="020B0604020202020204" pitchFamily="34" charset="0"/>
              </a:rPr>
              <a:t>Movie Database (TMDB) API - </a:t>
            </a:r>
            <a:r>
              <a:rPr lang="en-US" sz="3200" u="sng" dirty="0">
                <a:solidFill>
                  <a:srgbClr val="1155CC"/>
                </a:solidFill>
                <a:latin typeface="Arial" panose="020B0604020202020204" pitchFamily="34" charset="0"/>
              </a:rPr>
              <a:t>https://www.themoviedb.org </a:t>
            </a:r>
          </a:p>
          <a:p>
            <a:pPr rtl="0">
              <a:spcBef>
                <a:spcPts val="1200"/>
              </a:spcBef>
              <a:spcAft>
                <a:spcPts val="1200"/>
              </a:spcAft>
              <a:buNone/>
            </a:pPr>
            <a:r>
              <a:rPr lang="en-US" sz="3200" b="0" i="0" u="none" strike="noStrike" dirty="0">
                <a:solidFill>
                  <a:srgbClr val="000000"/>
                </a:solidFill>
                <a:effectLst/>
                <a:latin typeface="Arial" panose="020B0604020202020204" pitchFamily="34" charset="0"/>
              </a:rPr>
              <a:t>Jikan API - </a:t>
            </a:r>
            <a:r>
              <a:rPr lang="en-US" sz="3200" b="0" i="0" u="sng" strike="noStrike" dirty="0">
                <a:solidFill>
                  <a:srgbClr val="1155CC"/>
                </a:solidFill>
                <a:effectLst/>
                <a:latin typeface="Arial" panose="020B0604020202020204" pitchFamily="34" charset="0"/>
                <a:hlinkClick r:id="rId11"/>
              </a:rPr>
              <a:t>https://jikan.moe/</a:t>
            </a:r>
            <a:endParaRPr lang="en-US" sz="3200" dirty="0">
              <a:effectLst/>
            </a:endParaRPr>
          </a:p>
          <a:p>
            <a:pPr rtl="0">
              <a:spcBef>
                <a:spcPts val="1200"/>
              </a:spcBef>
              <a:spcAft>
                <a:spcPts val="1200"/>
              </a:spcAft>
              <a:buNone/>
            </a:pPr>
            <a:r>
              <a:rPr lang="en-US" sz="3200" b="0" i="0" u="none" strike="noStrike" dirty="0">
                <a:solidFill>
                  <a:srgbClr val="000000"/>
                </a:solidFill>
                <a:effectLst/>
                <a:latin typeface="Arial" panose="020B0604020202020204" pitchFamily="34" charset="0"/>
              </a:rPr>
              <a:t>RAWG Video Game API - </a:t>
            </a:r>
            <a:r>
              <a:rPr lang="en-US" sz="3200" b="0" i="0" u="sng" strike="noStrike" dirty="0">
                <a:solidFill>
                  <a:srgbClr val="1155CC"/>
                </a:solidFill>
                <a:effectLst/>
                <a:latin typeface="Arial" panose="020B0604020202020204" pitchFamily="34" charset="0"/>
                <a:hlinkClick r:id="rId12"/>
              </a:rPr>
              <a:t>https://rawg.io/apidocs</a:t>
            </a:r>
            <a:endParaRPr lang="en-US" sz="3200" dirty="0">
              <a:effectLst/>
            </a:endParaRPr>
          </a:p>
          <a:p>
            <a:pPr>
              <a:buNone/>
            </a:pPr>
            <a:r>
              <a:rPr lang="en-US" sz="3200" b="0" i="0" u="none" strike="noStrike" dirty="0">
                <a:solidFill>
                  <a:srgbClr val="000000"/>
                </a:solidFill>
                <a:effectLst/>
                <a:latin typeface="Arial" panose="020B0604020202020204" pitchFamily="34" charset="0"/>
              </a:rPr>
              <a:t>Google Books API - </a:t>
            </a:r>
            <a:r>
              <a:rPr lang="en-US" sz="3200" b="0" i="0" u="sng" strike="noStrike" dirty="0">
                <a:solidFill>
                  <a:srgbClr val="1155CC"/>
                </a:solidFill>
                <a:effectLst/>
                <a:latin typeface="Arial" panose="020B0604020202020204" pitchFamily="34" charset="0"/>
                <a:hlinkClick r:id="rId13"/>
              </a:rPr>
              <a:t>https://developers.google.com/books</a:t>
            </a:r>
            <a:endParaRPr lang="en-US" sz="3200" b="0" i="0" u="sng" strike="noStrike" dirty="0">
              <a:solidFill>
                <a:srgbClr val="1155CC"/>
              </a:solidFill>
              <a:effectLst/>
              <a:latin typeface="Arial" panose="020B0604020202020204" pitchFamily="34" charset="0"/>
            </a:endParaRPr>
          </a:p>
        </p:txBody>
      </p:sp>
      <p:sp>
        <p:nvSpPr>
          <p:cNvPr id="18" name="TextBox 71">
            <a:extLst>
              <a:ext uri="{FF2B5EF4-FFF2-40B4-BE49-F238E27FC236}">
                <a16:creationId xmlns:a16="http://schemas.microsoft.com/office/drawing/2014/main" id="{BDE9A46F-C45D-CB1C-E60D-E28C03ED3F87}"/>
              </a:ext>
            </a:extLst>
          </p:cNvPr>
          <p:cNvSpPr txBox="1"/>
          <p:nvPr/>
        </p:nvSpPr>
        <p:spPr>
          <a:xfrm>
            <a:off x="29489400" y="32497776"/>
            <a:ext cx="7543800" cy="914400"/>
          </a:xfrm>
          <a:prstGeom prst="rect">
            <a:avLst/>
          </a:prstGeom>
          <a:solidFill>
            <a:srgbClr val="FFFFFF"/>
          </a:solidFill>
          <a:ln cap="flat">
            <a:noFill/>
          </a:ln>
        </p:spPr>
        <p:txBody>
          <a:bodyPr vert="horz" wrap="square" lIns="91440" tIns="45720" rIns="91440" bIns="45720" anchor="t" anchorCtr="1" compatLnSpc="1">
            <a:spAutoFit/>
          </a:bodyPr>
          <a:lstStyle/>
          <a:p>
            <a:pPr marL="0" marR="0" lvl="0" indent="0" algn="ctr"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4800" b="1" i="0" u="none" strike="noStrike" kern="1200" cap="none" spc="0" baseline="0">
                <a:solidFill>
                  <a:srgbClr val="BB1C3F"/>
                </a:solidFill>
                <a:uFillTx/>
                <a:latin typeface="Calibri"/>
              </a:rPr>
              <a:t>Acknowledgements</a:t>
            </a:r>
          </a:p>
        </p:txBody>
      </p:sp>
      <p:sp>
        <p:nvSpPr>
          <p:cNvPr id="19" name="TextBox 73">
            <a:extLst>
              <a:ext uri="{FF2B5EF4-FFF2-40B4-BE49-F238E27FC236}">
                <a16:creationId xmlns:a16="http://schemas.microsoft.com/office/drawing/2014/main" id="{81E2F74E-2CCD-8AF9-5540-B5A59ABA4A43}"/>
              </a:ext>
            </a:extLst>
          </p:cNvPr>
          <p:cNvSpPr txBox="1"/>
          <p:nvPr/>
        </p:nvSpPr>
        <p:spPr>
          <a:xfrm>
            <a:off x="29413203" y="33371786"/>
            <a:ext cx="7618040" cy="3539432"/>
          </a:xfrm>
          <a:prstGeom prst="rect">
            <a:avLst/>
          </a:prstGeom>
          <a:solidFill>
            <a:srgbClr val="FFFFFF"/>
          </a:solidFill>
          <a:ln cap="flat">
            <a:noFill/>
          </a:ln>
        </p:spPr>
        <p:txBody>
          <a:bodyPr vert="horz" wrap="square" lIns="91440" tIns="45720" rIns="91440" bIns="45720" anchor="t" anchorCtr="0" compatLnSpc="1">
            <a:spAutoFit/>
          </a:bodyPr>
          <a:lstStyle/>
          <a:p>
            <a:pPr marL="0" marR="0" lvl="0" indent="0" algn="just"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200" b="0" i="0" u="none" strike="noStrike" kern="1200" cap="none" spc="0" baseline="0" dirty="0">
                <a:solidFill>
                  <a:srgbClr val="000000"/>
                </a:solidFill>
                <a:uFillTx/>
                <a:latin typeface="Calibri"/>
              </a:rPr>
              <a:t>We would like to thank Dr. Karen Meisch for her support of students in the College of Science, Technology, Engineering &amp; Mathematics, and Dr. Leong Lee for his support of students in the Department of Computer Science and Information Technology.</a:t>
            </a:r>
          </a:p>
        </p:txBody>
      </p:sp>
      <p:pic>
        <p:nvPicPr>
          <p:cNvPr id="20" name="Picture 75" descr="A blue game controller next to a book&#10;&#10;AI-generated content may be incorrect.">
            <a:extLst>
              <a:ext uri="{FF2B5EF4-FFF2-40B4-BE49-F238E27FC236}">
                <a16:creationId xmlns:a16="http://schemas.microsoft.com/office/drawing/2014/main" id="{D2528E65-6A06-621F-B699-A44C6B3016C8}"/>
              </a:ext>
            </a:extLst>
          </p:cNvPr>
          <p:cNvPicPr>
            <a:picLocks noChangeAspect="1"/>
          </p:cNvPicPr>
          <p:nvPr/>
        </p:nvPicPr>
        <p:blipFill>
          <a:blip r:embed="rId14"/>
          <a:stretch>
            <a:fillRect/>
          </a:stretch>
        </p:blipFill>
        <p:spPr>
          <a:xfrm>
            <a:off x="29539993" y="935275"/>
            <a:ext cx="7491249" cy="4518553"/>
          </a:xfrm>
          <a:prstGeom prst="rect">
            <a:avLst/>
          </a:prstGeom>
          <a:noFill/>
          <a:ln cap="flat">
            <a:noFill/>
          </a:ln>
        </p:spPr>
      </p:pic>
      <p:cxnSp>
        <p:nvCxnSpPr>
          <p:cNvPr id="21" name="Straight Connector 77">
            <a:extLst>
              <a:ext uri="{FF2B5EF4-FFF2-40B4-BE49-F238E27FC236}">
                <a16:creationId xmlns:a16="http://schemas.microsoft.com/office/drawing/2014/main" id="{3CA1F8B3-E690-26FB-2C37-BD3A8A3C2A57}"/>
              </a:ext>
            </a:extLst>
          </p:cNvPr>
          <p:cNvCxnSpPr/>
          <p:nvPr/>
        </p:nvCxnSpPr>
        <p:spPr>
          <a:xfrm>
            <a:off x="1371600" y="5715000"/>
            <a:ext cx="35661600" cy="0"/>
          </a:xfrm>
          <a:prstGeom prst="straightConnector1">
            <a:avLst/>
          </a:prstGeom>
          <a:noFill/>
          <a:ln w="63495" cap="flat">
            <a:solidFill>
              <a:srgbClr val="000000"/>
            </a:solidFill>
            <a:prstDash val="solid"/>
            <a:miter/>
          </a:ln>
        </p:spPr>
      </p:cxnSp>
      <p:sp>
        <p:nvSpPr>
          <p:cNvPr id="25" name="TextBox 15">
            <a:extLst>
              <a:ext uri="{FF2B5EF4-FFF2-40B4-BE49-F238E27FC236}">
                <a16:creationId xmlns:a16="http://schemas.microsoft.com/office/drawing/2014/main" id="{F519B11B-3307-89E0-C01E-9F338233DD44}"/>
              </a:ext>
            </a:extLst>
          </p:cNvPr>
          <p:cNvSpPr txBox="1"/>
          <p:nvPr/>
        </p:nvSpPr>
        <p:spPr>
          <a:xfrm>
            <a:off x="9417087" y="7362236"/>
            <a:ext cx="8219933" cy="7848304"/>
          </a:xfrm>
          <a:prstGeom prst="rect">
            <a:avLst/>
          </a:prstGeom>
          <a:solidFill>
            <a:srgbClr val="FFFFFF"/>
          </a:solidFill>
          <a:ln cap="flat">
            <a:noFill/>
          </a:ln>
        </p:spPr>
        <p:txBody>
          <a:bodyPr vert="horz" wrap="square" lIns="91440" tIns="45720" rIns="91440" bIns="45720" anchor="t" anchorCtr="0" compatLnSpc="1">
            <a:spAutoFit/>
          </a:bodyPr>
          <a:lstStyle/>
          <a:p>
            <a:pPr marL="0" marR="0" lvl="0" indent="0" algn="just"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600" b="0" i="0" u="none" strike="noStrike" kern="1200" cap="none" spc="0" baseline="0" dirty="0">
                <a:solidFill>
                  <a:srgbClr val="000000"/>
                </a:solidFill>
                <a:uFillTx/>
                <a:latin typeface="Calibri"/>
              </a:rPr>
              <a:t>Enthusiasts of various forms of media - including movies, books, video games, and television shows - often rely on multiple platforms and accounts to track their entertainment. This fragmented experience makes it difficult to organize content, keep up with new releases, and engage with others in one centralized space. In addition, many legacy sites have dated user interfaces, highlighting the messy experience of using many different sites. As a result, users face unnecessary inefficiency when managing media consumption.</a:t>
            </a:r>
            <a:endParaRPr lang="en-US" sz="7250" b="0" i="0" u="none" strike="noStrike" kern="1200" cap="none" spc="0" baseline="0" dirty="0">
              <a:solidFill>
                <a:srgbClr val="000000"/>
              </a:solidFill>
              <a:uFillTx/>
              <a:latin typeface="Calibri"/>
              <a:ea typeface="Calibri"/>
              <a:cs typeface="Calibri"/>
            </a:endParaRPr>
          </a:p>
        </p:txBody>
      </p:sp>
      <p:sp>
        <p:nvSpPr>
          <p:cNvPr id="26" name="TextBox 41">
            <a:extLst>
              <a:ext uri="{FF2B5EF4-FFF2-40B4-BE49-F238E27FC236}">
                <a16:creationId xmlns:a16="http://schemas.microsoft.com/office/drawing/2014/main" id="{435A5123-54F4-2E9F-F93B-C12D068838D6}"/>
              </a:ext>
            </a:extLst>
          </p:cNvPr>
          <p:cNvSpPr txBox="1"/>
          <p:nvPr/>
        </p:nvSpPr>
        <p:spPr>
          <a:xfrm>
            <a:off x="9970919" y="6356597"/>
            <a:ext cx="7543800" cy="830997"/>
          </a:xfrm>
          <a:prstGeom prst="rect">
            <a:avLst/>
          </a:prstGeom>
          <a:solidFill>
            <a:srgbClr val="FFFFFF"/>
          </a:solidFill>
          <a:ln cap="flat">
            <a:noFill/>
          </a:ln>
        </p:spPr>
        <p:txBody>
          <a:bodyPr vert="horz" wrap="square" lIns="91440" tIns="45720" rIns="91440" bIns="45720" anchor="t" anchorCtr="1" compatLnSpc="1">
            <a:spAutoFit/>
          </a:bodyPr>
          <a:lstStyle/>
          <a:p>
            <a:pPr marL="0" marR="0" lvl="0" indent="0" algn="ctr" defTabSz="368686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4800" b="1" i="0" u="none" strike="noStrike" kern="1200" cap="none" spc="0" baseline="0">
                <a:solidFill>
                  <a:srgbClr val="BB1C3F"/>
                </a:solidFill>
                <a:uFillTx/>
                <a:latin typeface="Calibri"/>
              </a:rPr>
              <a:t>Problem Statement</a:t>
            </a:r>
          </a:p>
        </p:txBody>
      </p:sp>
      <p:pic>
        <p:nvPicPr>
          <p:cNvPr id="28" name="Picture 27">
            <a:extLst>
              <a:ext uri="{FF2B5EF4-FFF2-40B4-BE49-F238E27FC236}">
                <a16:creationId xmlns:a16="http://schemas.microsoft.com/office/drawing/2014/main" id="{652CCE55-D95F-AD82-B64C-46DA3B9F3E70}"/>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5436764" y="20116396"/>
            <a:ext cx="5522665" cy="10565097"/>
          </a:xfrm>
          <a:prstGeom prst="rect">
            <a:avLst/>
          </a:prstGeom>
        </p:spPr>
      </p:pic>
      <p:pic>
        <p:nvPicPr>
          <p:cNvPr id="31" name="Picture 30">
            <a:extLst>
              <a:ext uri="{FF2B5EF4-FFF2-40B4-BE49-F238E27FC236}">
                <a16:creationId xmlns:a16="http://schemas.microsoft.com/office/drawing/2014/main" id="{3EDC0052-8BC6-D8C0-830D-CC076A38963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8570238" y="6544356"/>
            <a:ext cx="18366763" cy="12146070"/>
          </a:xfrm>
          <a:prstGeom prst="rect">
            <a:avLst/>
          </a:prstGeom>
        </p:spPr>
      </p:pic>
      <p:pic>
        <p:nvPicPr>
          <p:cNvPr id="33" name="Picture 32">
            <a:extLst>
              <a:ext uri="{FF2B5EF4-FFF2-40B4-BE49-F238E27FC236}">
                <a16:creationId xmlns:a16="http://schemas.microsoft.com/office/drawing/2014/main" id="{84F0E442-B35B-8A69-8AAC-737781695322}"/>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1366580" y="15385182"/>
            <a:ext cx="12818250" cy="11365125"/>
          </a:xfrm>
          <a:prstGeom prst="rect">
            <a:avLst/>
          </a:prstGeom>
        </p:spPr>
      </p:pic>
      <p:sp>
        <p:nvSpPr>
          <p:cNvPr id="34" name="TextBox 33">
            <a:extLst>
              <a:ext uri="{FF2B5EF4-FFF2-40B4-BE49-F238E27FC236}">
                <a16:creationId xmlns:a16="http://schemas.microsoft.com/office/drawing/2014/main" id="{5EF6E4A1-EE62-38BD-03F4-46FB048FCC34}"/>
              </a:ext>
            </a:extLst>
          </p:cNvPr>
          <p:cNvSpPr txBox="1"/>
          <p:nvPr/>
        </p:nvSpPr>
        <p:spPr>
          <a:xfrm>
            <a:off x="9417087" y="28303686"/>
            <a:ext cx="6162080" cy="4278094"/>
          </a:xfrm>
          <a:prstGeom prst="rect">
            <a:avLst/>
          </a:prstGeom>
          <a:noFill/>
        </p:spPr>
        <p:txBody>
          <a:bodyPr wrap="square" rtlCol="0">
            <a:spAutoFit/>
          </a:bodyPr>
          <a:lstStyle/>
          <a:p>
            <a:pPr marL="0" marR="0" lvl="0" indent="0" algn="just" defTabSz="368686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3400" b="1" i="0" u="none" strike="noStrike" kern="0" cap="none" spc="0" normalizeH="0" baseline="0" noProof="0" dirty="0">
                <a:ln>
                  <a:noFill/>
                </a:ln>
                <a:solidFill>
                  <a:srgbClr val="000000"/>
                </a:solidFill>
                <a:effectLst/>
                <a:uLnTx/>
                <a:uFillTx/>
                <a:latin typeface="Calibri"/>
                <a:ea typeface="Calibri"/>
                <a:cs typeface="Calibri"/>
              </a:rPr>
              <a:t>Data Sources and Hosting</a:t>
            </a:r>
          </a:p>
          <a:p>
            <a:pPr marL="0" marR="0" lvl="0" indent="0" algn="just" defTabSz="368686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3400" b="0" i="0" u="none" strike="noStrike" kern="0" cap="none" spc="0" normalizeH="0" baseline="0" noProof="0" dirty="0">
                <a:ln>
                  <a:noFill/>
                </a:ln>
                <a:solidFill>
                  <a:srgbClr val="000000"/>
                </a:solidFill>
                <a:effectLst/>
                <a:uLnTx/>
                <a:uFillTx/>
                <a:latin typeface="Calibri"/>
                <a:ea typeface="Calibri"/>
                <a:cs typeface="Calibri"/>
              </a:rPr>
              <a:t>All media titles displayed on the platform are retrieved from external sources to ensure accuracy and consistency with existing tracking services. The app is deployed with </a:t>
            </a:r>
            <a:r>
              <a:rPr kumimoji="0" lang="en-US" sz="3400" b="0" i="0" u="none" strike="noStrike" kern="0" cap="none" spc="0" normalizeH="0" baseline="0" noProof="0" dirty="0" err="1">
                <a:ln>
                  <a:noFill/>
                </a:ln>
                <a:solidFill>
                  <a:srgbClr val="000000"/>
                </a:solidFill>
                <a:effectLst/>
                <a:uLnTx/>
                <a:uFillTx/>
                <a:latin typeface="Calibri"/>
                <a:ea typeface="Calibri"/>
                <a:cs typeface="Calibri"/>
              </a:rPr>
              <a:t>Vercel</a:t>
            </a:r>
            <a:r>
              <a:rPr kumimoji="0" lang="en-US" sz="3400" b="0" i="0" u="none" strike="noStrike" kern="0" cap="none" spc="0" normalizeH="0" baseline="0" noProof="0" dirty="0">
                <a:ln>
                  <a:noFill/>
                </a:ln>
                <a:solidFill>
                  <a:srgbClr val="000000"/>
                </a:solidFill>
                <a:effectLst/>
                <a:uLnTx/>
                <a:uFillTx/>
                <a:latin typeface="Calibri"/>
                <a:ea typeface="Calibri"/>
                <a:cs typeface="Calibri"/>
              </a:rPr>
              <a:t>, which integrates well with Next.js.</a:t>
            </a:r>
            <a:endParaRPr kumimoji="0" lang="en-US" sz="3600" b="0" i="0" u="none" strike="noStrike" kern="0" cap="none" spc="0" normalizeH="0" baseline="0" noProof="0" dirty="0">
              <a:ln>
                <a:noFill/>
              </a:ln>
              <a:solidFill>
                <a:srgbClr val="000000"/>
              </a:solidFill>
              <a:effectLst/>
              <a:uLnTx/>
              <a:uFillTx/>
              <a:latin typeface="Aptos" panose="02110004020202020204"/>
              <a:ea typeface="+mn-ea"/>
              <a:cs typeface="+mn-cs"/>
            </a:endParaRPr>
          </a:p>
        </p:txBody>
      </p:sp>
      <p:sp>
        <p:nvSpPr>
          <p:cNvPr id="35" name="TextBox 34">
            <a:extLst>
              <a:ext uri="{FF2B5EF4-FFF2-40B4-BE49-F238E27FC236}">
                <a16:creationId xmlns:a16="http://schemas.microsoft.com/office/drawing/2014/main" id="{5EE9CC58-F3D1-B7E0-3895-BBCE381441AD}"/>
              </a:ext>
            </a:extLst>
          </p:cNvPr>
          <p:cNvSpPr txBox="1"/>
          <p:nvPr/>
        </p:nvSpPr>
        <p:spPr>
          <a:xfrm>
            <a:off x="9417087" y="32785075"/>
            <a:ext cx="6019677" cy="4555093"/>
          </a:xfrm>
          <a:prstGeom prst="rect">
            <a:avLst/>
          </a:prstGeom>
          <a:noFill/>
        </p:spPr>
        <p:txBody>
          <a:bodyPr wrap="square" rtlCol="0">
            <a:spAutoFit/>
          </a:bodyPr>
          <a:lstStyle/>
          <a:p>
            <a:pPr marL="0" marR="0" lvl="0" indent="0" algn="just" defTabSz="368686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3400" b="1" i="0" u="none" strike="noStrike" kern="1200" cap="none" spc="0" normalizeH="0" baseline="0" noProof="0" dirty="0">
                <a:ln>
                  <a:noFill/>
                </a:ln>
                <a:solidFill>
                  <a:srgbClr val="000000"/>
                </a:solidFill>
                <a:effectLst/>
                <a:uLnTx/>
                <a:uFillTx/>
                <a:latin typeface="Calibri"/>
                <a:ea typeface="Calibri"/>
                <a:cs typeface="Calibri"/>
              </a:rPr>
              <a:t>Backend</a:t>
            </a:r>
          </a:p>
          <a:p>
            <a:pPr marL="0" marR="0" lvl="0" indent="0" algn="just" defTabSz="368686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3400" b="0" i="0" u="none" strike="noStrike" kern="1200" cap="none" spc="0" normalizeH="0" baseline="0" noProof="0" dirty="0">
                <a:ln>
                  <a:noFill/>
                </a:ln>
                <a:solidFill>
                  <a:srgbClr val="000000"/>
                </a:solidFill>
                <a:effectLst/>
                <a:uLnTx/>
                <a:uFillTx/>
                <a:latin typeface="Calibri"/>
                <a:ea typeface="Calibri"/>
                <a:cs typeface="Calibri"/>
              </a:rPr>
              <a:t>The backend is powered by </a:t>
            </a:r>
            <a:r>
              <a:rPr kumimoji="0" lang="en-US" sz="3400" b="0" i="0" u="none" strike="noStrike" kern="1200" cap="none" spc="0" normalizeH="0" baseline="0" noProof="0" dirty="0" err="1">
                <a:ln>
                  <a:noFill/>
                </a:ln>
                <a:solidFill>
                  <a:srgbClr val="000000"/>
                </a:solidFill>
                <a:effectLst/>
                <a:uLnTx/>
                <a:uFillTx/>
                <a:latin typeface="Calibri"/>
                <a:ea typeface="Calibri"/>
                <a:cs typeface="Calibri"/>
              </a:rPr>
              <a:t>Supabase</a:t>
            </a:r>
            <a:r>
              <a:rPr kumimoji="0" lang="en-US" sz="3400" b="0" i="0" u="none" strike="noStrike" kern="1200" cap="none" spc="0" normalizeH="0" baseline="0" noProof="0" dirty="0">
                <a:ln>
                  <a:noFill/>
                </a:ln>
                <a:solidFill>
                  <a:srgbClr val="000000"/>
                </a:solidFill>
                <a:effectLst/>
                <a:uLnTx/>
                <a:uFillTx/>
                <a:latin typeface="Calibri"/>
                <a:ea typeface="Calibri"/>
                <a:cs typeface="Calibri"/>
              </a:rPr>
              <a:t>, which serves as the central database and handles user authentication while also storing the tracking data of users' media. This allows for efficient passing of user information.</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Office%20Theme</Template>
  <TotalTime>579</TotalTime>
  <Words>822</Words>
  <Application>Microsoft Office PowerPoint</Application>
  <PresentationFormat>Custom</PresentationFormat>
  <Paragraphs>40</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Arial</vt:lpstr>
      <vt:lpstr>Calibri</vt:lpstr>
      <vt:lpstr>Calibri Light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Cruz, Diana</dc:creator>
  <cp:lastModifiedBy>Rowland, Austin</cp:lastModifiedBy>
  <cp:revision>416</cp:revision>
  <cp:lastPrinted>2016-07-13T23:56:52Z</cp:lastPrinted>
  <dcterms:created xsi:type="dcterms:W3CDTF">2016-06-13T20:02:52Z</dcterms:created>
  <dcterms:modified xsi:type="dcterms:W3CDTF">2026-04-07T03:52:16Z</dcterms:modified>
</cp:coreProperties>
</file>